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29CCC9-C1D4-4744-AEFC-3129D4147C9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1F670A-1E14-4668-826F-F76375BD14D8}">
      <dgm:prSet/>
      <dgm:spPr/>
      <dgm:t>
        <a:bodyPr/>
        <a:lstStyle/>
        <a:p>
          <a:r>
            <a:rPr lang="en-US"/>
            <a:t>- Playwright, Cypress, Selenium dominate</a:t>
          </a:r>
        </a:p>
      </dgm:t>
    </dgm:pt>
    <dgm:pt modelId="{56CB1143-5541-46C7-B451-C9FE0B9DC087}" type="parTrans" cxnId="{B20ADA80-25AC-4AA2-BDD0-C503FB549646}">
      <dgm:prSet/>
      <dgm:spPr/>
      <dgm:t>
        <a:bodyPr/>
        <a:lstStyle/>
        <a:p>
          <a:endParaRPr lang="en-US"/>
        </a:p>
      </dgm:t>
    </dgm:pt>
    <dgm:pt modelId="{BDE2EF9A-4DD4-41D3-8FAA-ABDC2B21D45B}" type="sibTrans" cxnId="{B20ADA80-25AC-4AA2-BDD0-C503FB549646}">
      <dgm:prSet/>
      <dgm:spPr/>
      <dgm:t>
        <a:bodyPr/>
        <a:lstStyle/>
        <a:p>
          <a:endParaRPr lang="en-US"/>
        </a:p>
      </dgm:t>
    </dgm:pt>
    <dgm:pt modelId="{5341AFA1-12E8-4A38-A2FF-2547B9C130F7}">
      <dgm:prSet/>
      <dgm:spPr/>
      <dgm:t>
        <a:bodyPr/>
        <a:lstStyle/>
        <a:p>
          <a:r>
            <a:rPr lang="en-US"/>
            <a:t>- Script-based automation</a:t>
          </a:r>
        </a:p>
      </dgm:t>
    </dgm:pt>
    <dgm:pt modelId="{A8F3329D-98D6-4B32-9BE2-9ED05B98E706}" type="parTrans" cxnId="{61685C54-69B2-44D9-A3B6-AC7E8CCE8B0B}">
      <dgm:prSet/>
      <dgm:spPr/>
      <dgm:t>
        <a:bodyPr/>
        <a:lstStyle/>
        <a:p>
          <a:endParaRPr lang="en-US"/>
        </a:p>
      </dgm:t>
    </dgm:pt>
    <dgm:pt modelId="{9F5ABEB1-474A-4AE3-B3F7-CE0ADAE96F3A}" type="sibTrans" cxnId="{61685C54-69B2-44D9-A3B6-AC7E8CCE8B0B}">
      <dgm:prSet/>
      <dgm:spPr/>
      <dgm:t>
        <a:bodyPr/>
        <a:lstStyle/>
        <a:p>
          <a:endParaRPr lang="en-US"/>
        </a:p>
      </dgm:t>
    </dgm:pt>
    <dgm:pt modelId="{96B3CDCC-9093-47CF-99F5-F8FAC9882775}">
      <dgm:prSet/>
      <dgm:spPr/>
      <dgm:t>
        <a:bodyPr/>
        <a:lstStyle/>
        <a:p>
          <a:r>
            <a:rPr lang="en-US"/>
            <a:t>- CI/CD focused</a:t>
          </a:r>
        </a:p>
      </dgm:t>
    </dgm:pt>
    <dgm:pt modelId="{51EEA054-57CC-4E0A-988C-1409F4D32DA7}" type="parTrans" cxnId="{9EA0CFEB-B4DF-4147-9A90-CA75C8427C21}">
      <dgm:prSet/>
      <dgm:spPr/>
      <dgm:t>
        <a:bodyPr/>
        <a:lstStyle/>
        <a:p>
          <a:endParaRPr lang="en-US"/>
        </a:p>
      </dgm:t>
    </dgm:pt>
    <dgm:pt modelId="{09EFFEB1-0AA4-4278-BC41-046471533666}" type="sibTrans" cxnId="{9EA0CFEB-B4DF-4147-9A90-CA75C8427C21}">
      <dgm:prSet/>
      <dgm:spPr/>
      <dgm:t>
        <a:bodyPr/>
        <a:lstStyle/>
        <a:p>
          <a:endParaRPr lang="en-US"/>
        </a:p>
      </dgm:t>
    </dgm:pt>
    <dgm:pt modelId="{0F76254B-2ACB-454A-96E3-5C0F96542221}">
      <dgm:prSet/>
      <dgm:spPr/>
      <dgm:t>
        <a:bodyPr/>
        <a:lstStyle/>
        <a:p>
          <a:r>
            <a:rPr lang="en-US"/>
            <a:t>- High maintenance cost</a:t>
          </a:r>
        </a:p>
      </dgm:t>
    </dgm:pt>
    <dgm:pt modelId="{26E50BE7-E4A8-4685-B11B-A236057EF0D2}" type="parTrans" cxnId="{1A5E24BC-8D98-43CE-9C09-1F8EDEF153BE}">
      <dgm:prSet/>
      <dgm:spPr/>
      <dgm:t>
        <a:bodyPr/>
        <a:lstStyle/>
        <a:p>
          <a:endParaRPr lang="en-US"/>
        </a:p>
      </dgm:t>
    </dgm:pt>
    <dgm:pt modelId="{5D760827-1E4E-44D8-AFDA-163E0DC226A3}" type="sibTrans" cxnId="{1A5E24BC-8D98-43CE-9C09-1F8EDEF153BE}">
      <dgm:prSet/>
      <dgm:spPr/>
      <dgm:t>
        <a:bodyPr/>
        <a:lstStyle/>
        <a:p>
          <a:endParaRPr lang="en-US"/>
        </a:p>
      </dgm:t>
    </dgm:pt>
    <dgm:pt modelId="{126F8FD1-7C0A-4B1B-AD19-BF4E559C4B07}" type="pres">
      <dgm:prSet presAssocID="{4C29CCC9-C1D4-4744-AEFC-3129D4147C9A}" presName="outerComposite" presStyleCnt="0">
        <dgm:presLayoutVars>
          <dgm:chMax val="5"/>
          <dgm:dir/>
          <dgm:resizeHandles val="exact"/>
        </dgm:presLayoutVars>
      </dgm:prSet>
      <dgm:spPr/>
    </dgm:pt>
    <dgm:pt modelId="{9C3D3E19-84C3-43E6-BDE4-A2D603E6F332}" type="pres">
      <dgm:prSet presAssocID="{4C29CCC9-C1D4-4744-AEFC-3129D4147C9A}" presName="dummyMaxCanvas" presStyleCnt="0">
        <dgm:presLayoutVars/>
      </dgm:prSet>
      <dgm:spPr/>
    </dgm:pt>
    <dgm:pt modelId="{7D4BC62A-4F93-4BC3-B753-9D2414B63B72}" type="pres">
      <dgm:prSet presAssocID="{4C29CCC9-C1D4-4744-AEFC-3129D4147C9A}" presName="FourNodes_1" presStyleLbl="node1" presStyleIdx="0" presStyleCnt="4">
        <dgm:presLayoutVars>
          <dgm:bulletEnabled val="1"/>
        </dgm:presLayoutVars>
      </dgm:prSet>
      <dgm:spPr/>
    </dgm:pt>
    <dgm:pt modelId="{17931CA0-85DA-4FE9-94AB-CFECBD0EF4B1}" type="pres">
      <dgm:prSet presAssocID="{4C29CCC9-C1D4-4744-AEFC-3129D4147C9A}" presName="FourNodes_2" presStyleLbl="node1" presStyleIdx="1" presStyleCnt="4">
        <dgm:presLayoutVars>
          <dgm:bulletEnabled val="1"/>
        </dgm:presLayoutVars>
      </dgm:prSet>
      <dgm:spPr/>
    </dgm:pt>
    <dgm:pt modelId="{05273614-1876-41D0-9BA6-7378FCD96B37}" type="pres">
      <dgm:prSet presAssocID="{4C29CCC9-C1D4-4744-AEFC-3129D4147C9A}" presName="FourNodes_3" presStyleLbl="node1" presStyleIdx="2" presStyleCnt="4">
        <dgm:presLayoutVars>
          <dgm:bulletEnabled val="1"/>
        </dgm:presLayoutVars>
      </dgm:prSet>
      <dgm:spPr/>
    </dgm:pt>
    <dgm:pt modelId="{1881876F-FA17-4D57-9183-2EDEDEC61AD6}" type="pres">
      <dgm:prSet presAssocID="{4C29CCC9-C1D4-4744-AEFC-3129D4147C9A}" presName="FourNodes_4" presStyleLbl="node1" presStyleIdx="3" presStyleCnt="4">
        <dgm:presLayoutVars>
          <dgm:bulletEnabled val="1"/>
        </dgm:presLayoutVars>
      </dgm:prSet>
      <dgm:spPr/>
    </dgm:pt>
    <dgm:pt modelId="{AFC3BF89-8CBC-4349-BC2E-C1BE25C6A2AD}" type="pres">
      <dgm:prSet presAssocID="{4C29CCC9-C1D4-4744-AEFC-3129D4147C9A}" presName="FourConn_1-2" presStyleLbl="fgAccFollowNode1" presStyleIdx="0" presStyleCnt="3">
        <dgm:presLayoutVars>
          <dgm:bulletEnabled val="1"/>
        </dgm:presLayoutVars>
      </dgm:prSet>
      <dgm:spPr/>
    </dgm:pt>
    <dgm:pt modelId="{090D1FA9-936A-4186-92E7-250E9E4784BC}" type="pres">
      <dgm:prSet presAssocID="{4C29CCC9-C1D4-4744-AEFC-3129D4147C9A}" presName="FourConn_2-3" presStyleLbl="fgAccFollowNode1" presStyleIdx="1" presStyleCnt="3">
        <dgm:presLayoutVars>
          <dgm:bulletEnabled val="1"/>
        </dgm:presLayoutVars>
      </dgm:prSet>
      <dgm:spPr/>
    </dgm:pt>
    <dgm:pt modelId="{76B0322C-657C-4378-8D64-0D7539AD3F29}" type="pres">
      <dgm:prSet presAssocID="{4C29CCC9-C1D4-4744-AEFC-3129D4147C9A}" presName="FourConn_3-4" presStyleLbl="fgAccFollowNode1" presStyleIdx="2" presStyleCnt="3">
        <dgm:presLayoutVars>
          <dgm:bulletEnabled val="1"/>
        </dgm:presLayoutVars>
      </dgm:prSet>
      <dgm:spPr/>
    </dgm:pt>
    <dgm:pt modelId="{6C5C992A-32AC-4DFB-835C-0B97F5A79383}" type="pres">
      <dgm:prSet presAssocID="{4C29CCC9-C1D4-4744-AEFC-3129D4147C9A}" presName="FourNodes_1_text" presStyleLbl="node1" presStyleIdx="3" presStyleCnt="4">
        <dgm:presLayoutVars>
          <dgm:bulletEnabled val="1"/>
        </dgm:presLayoutVars>
      </dgm:prSet>
      <dgm:spPr/>
    </dgm:pt>
    <dgm:pt modelId="{349943ED-6D4D-434F-9CC7-6D99F371A7E0}" type="pres">
      <dgm:prSet presAssocID="{4C29CCC9-C1D4-4744-AEFC-3129D4147C9A}" presName="FourNodes_2_text" presStyleLbl="node1" presStyleIdx="3" presStyleCnt="4">
        <dgm:presLayoutVars>
          <dgm:bulletEnabled val="1"/>
        </dgm:presLayoutVars>
      </dgm:prSet>
      <dgm:spPr/>
    </dgm:pt>
    <dgm:pt modelId="{EB291C2E-8C1E-402A-B9B1-DF4A6EAC2B32}" type="pres">
      <dgm:prSet presAssocID="{4C29CCC9-C1D4-4744-AEFC-3129D4147C9A}" presName="FourNodes_3_text" presStyleLbl="node1" presStyleIdx="3" presStyleCnt="4">
        <dgm:presLayoutVars>
          <dgm:bulletEnabled val="1"/>
        </dgm:presLayoutVars>
      </dgm:prSet>
      <dgm:spPr/>
    </dgm:pt>
    <dgm:pt modelId="{B9CA1672-DFDC-414E-A009-511C01D72160}" type="pres">
      <dgm:prSet presAssocID="{4C29CCC9-C1D4-4744-AEFC-3129D4147C9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AADCB0E-85F2-4837-8E5A-1BCF16F7B234}" type="presOf" srcId="{BDE2EF9A-4DD4-41D3-8FAA-ABDC2B21D45B}" destId="{AFC3BF89-8CBC-4349-BC2E-C1BE25C6A2AD}" srcOrd="0" destOrd="0" presId="urn:microsoft.com/office/officeart/2005/8/layout/vProcess5"/>
    <dgm:cxn modelId="{850CDF27-38DC-4C12-A460-A83901ECEB4E}" type="presOf" srcId="{96B3CDCC-9093-47CF-99F5-F8FAC9882775}" destId="{EB291C2E-8C1E-402A-B9B1-DF4A6EAC2B32}" srcOrd="1" destOrd="0" presId="urn:microsoft.com/office/officeart/2005/8/layout/vProcess5"/>
    <dgm:cxn modelId="{8086213F-CA88-4038-8E7F-66852B322F19}" type="presOf" srcId="{951F670A-1E14-4668-826F-F76375BD14D8}" destId="{6C5C992A-32AC-4DFB-835C-0B97F5A79383}" srcOrd="1" destOrd="0" presId="urn:microsoft.com/office/officeart/2005/8/layout/vProcess5"/>
    <dgm:cxn modelId="{3BD3225E-0992-4368-A5EB-7E4D135A49A9}" type="presOf" srcId="{96B3CDCC-9093-47CF-99F5-F8FAC9882775}" destId="{05273614-1876-41D0-9BA6-7378FCD96B37}" srcOrd="0" destOrd="0" presId="urn:microsoft.com/office/officeart/2005/8/layout/vProcess5"/>
    <dgm:cxn modelId="{D3D6D04B-4A3F-4997-A500-75CB3C98DFEC}" type="presOf" srcId="{0F76254B-2ACB-454A-96E3-5C0F96542221}" destId="{B9CA1672-DFDC-414E-A009-511C01D72160}" srcOrd="1" destOrd="0" presId="urn:microsoft.com/office/officeart/2005/8/layout/vProcess5"/>
    <dgm:cxn modelId="{7F403771-BB7A-4843-8981-F80A13587C52}" type="presOf" srcId="{5341AFA1-12E8-4A38-A2FF-2547B9C130F7}" destId="{349943ED-6D4D-434F-9CC7-6D99F371A7E0}" srcOrd="1" destOrd="0" presId="urn:microsoft.com/office/officeart/2005/8/layout/vProcess5"/>
    <dgm:cxn modelId="{61685C54-69B2-44D9-A3B6-AC7E8CCE8B0B}" srcId="{4C29CCC9-C1D4-4744-AEFC-3129D4147C9A}" destId="{5341AFA1-12E8-4A38-A2FF-2547B9C130F7}" srcOrd="1" destOrd="0" parTransId="{A8F3329D-98D6-4B32-9BE2-9ED05B98E706}" sibTransId="{9F5ABEB1-474A-4AE3-B3F7-CE0ADAE96F3A}"/>
    <dgm:cxn modelId="{B20ADA80-25AC-4AA2-BDD0-C503FB549646}" srcId="{4C29CCC9-C1D4-4744-AEFC-3129D4147C9A}" destId="{951F670A-1E14-4668-826F-F76375BD14D8}" srcOrd="0" destOrd="0" parTransId="{56CB1143-5541-46C7-B451-C9FE0B9DC087}" sibTransId="{BDE2EF9A-4DD4-41D3-8FAA-ABDC2B21D45B}"/>
    <dgm:cxn modelId="{447C0A87-E21D-4EF9-84A9-3E15A21A3DD5}" type="presOf" srcId="{951F670A-1E14-4668-826F-F76375BD14D8}" destId="{7D4BC62A-4F93-4BC3-B753-9D2414B63B72}" srcOrd="0" destOrd="0" presId="urn:microsoft.com/office/officeart/2005/8/layout/vProcess5"/>
    <dgm:cxn modelId="{1BCA94A2-EF51-4FA6-A81C-30BE1A4E5AF8}" type="presOf" srcId="{4C29CCC9-C1D4-4744-AEFC-3129D4147C9A}" destId="{126F8FD1-7C0A-4B1B-AD19-BF4E559C4B07}" srcOrd="0" destOrd="0" presId="urn:microsoft.com/office/officeart/2005/8/layout/vProcess5"/>
    <dgm:cxn modelId="{76A811AD-5EBB-46CF-B2B3-C5CCC88C80D2}" type="presOf" srcId="{5341AFA1-12E8-4A38-A2FF-2547B9C130F7}" destId="{17931CA0-85DA-4FE9-94AB-CFECBD0EF4B1}" srcOrd="0" destOrd="0" presId="urn:microsoft.com/office/officeart/2005/8/layout/vProcess5"/>
    <dgm:cxn modelId="{390ACAAE-C680-4D71-9171-1D2C95080387}" type="presOf" srcId="{9F5ABEB1-474A-4AE3-B3F7-CE0ADAE96F3A}" destId="{090D1FA9-936A-4186-92E7-250E9E4784BC}" srcOrd="0" destOrd="0" presId="urn:microsoft.com/office/officeart/2005/8/layout/vProcess5"/>
    <dgm:cxn modelId="{1A5E24BC-8D98-43CE-9C09-1F8EDEF153BE}" srcId="{4C29CCC9-C1D4-4744-AEFC-3129D4147C9A}" destId="{0F76254B-2ACB-454A-96E3-5C0F96542221}" srcOrd="3" destOrd="0" parTransId="{26E50BE7-E4A8-4685-B11B-A236057EF0D2}" sibTransId="{5D760827-1E4E-44D8-AFDA-163E0DC226A3}"/>
    <dgm:cxn modelId="{7E3A0FC6-CE82-46AB-9481-A59FC1853E7A}" type="presOf" srcId="{09EFFEB1-0AA4-4278-BC41-046471533666}" destId="{76B0322C-657C-4378-8D64-0D7539AD3F29}" srcOrd="0" destOrd="0" presId="urn:microsoft.com/office/officeart/2005/8/layout/vProcess5"/>
    <dgm:cxn modelId="{9EA0CFEB-B4DF-4147-9A90-CA75C8427C21}" srcId="{4C29CCC9-C1D4-4744-AEFC-3129D4147C9A}" destId="{96B3CDCC-9093-47CF-99F5-F8FAC9882775}" srcOrd="2" destOrd="0" parTransId="{51EEA054-57CC-4E0A-988C-1409F4D32DA7}" sibTransId="{09EFFEB1-0AA4-4278-BC41-046471533666}"/>
    <dgm:cxn modelId="{22DC48FB-3692-43AE-BB9A-8F8B1CAC2763}" type="presOf" srcId="{0F76254B-2ACB-454A-96E3-5C0F96542221}" destId="{1881876F-FA17-4D57-9183-2EDEDEC61AD6}" srcOrd="0" destOrd="0" presId="urn:microsoft.com/office/officeart/2005/8/layout/vProcess5"/>
    <dgm:cxn modelId="{7465F248-48C7-4ECE-BE0B-1387CCF14478}" type="presParOf" srcId="{126F8FD1-7C0A-4B1B-AD19-BF4E559C4B07}" destId="{9C3D3E19-84C3-43E6-BDE4-A2D603E6F332}" srcOrd="0" destOrd="0" presId="urn:microsoft.com/office/officeart/2005/8/layout/vProcess5"/>
    <dgm:cxn modelId="{B526FFDF-FC55-4528-8C77-2E695A547EDF}" type="presParOf" srcId="{126F8FD1-7C0A-4B1B-AD19-BF4E559C4B07}" destId="{7D4BC62A-4F93-4BC3-B753-9D2414B63B72}" srcOrd="1" destOrd="0" presId="urn:microsoft.com/office/officeart/2005/8/layout/vProcess5"/>
    <dgm:cxn modelId="{E9904184-6CF7-4CF3-BD76-CE953C1352D3}" type="presParOf" srcId="{126F8FD1-7C0A-4B1B-AD19-BF4E559C4B07}" destId="{17931CA0-85DA-4FE9-94AB-CFECBD0EF4B1}" srcOrd="2" destOrd="0" presId="urn:microsoft.com/office/officeart/2005/8/layout/vProcess5"/>
    <dgm:cxn modelId="{F6B47452-FA58-4905-AA1E-481D44D24B59}" type="presParOf" srcId="{126F8FD1-7C0A-4B1B-AD19-BF4E559C4B07}" destId="{05273614-1876-41D0-9BA6-7378FCD96B37}" srcOrd="3" destOrd="0" presId="urn:microsoft.com/office/officeart/2005/8/layout/vProcess5"/>
    <dgm:cxn modelId="{DB99E8DB-0CC8-4AEF-A67C-5CF6C7D3379F}" type="presParOf" srcId="{126F8FD1-7C0A-4B1B-AD19-BF4E559C4B07}" destId="{1881876F-FA17-4D57-9183-2EDEDEC61AD6}" srcOrd="4" destOrd="0" presId="urn:microsoft.com/office/officeart/2005/8/layout/vProcess5"/>
    <dgm:cxn modelId="{242C1987-23BA-4CD4-9FEF-D2A6FB476181}" type="presParOf" srcId="{126F8FD1-7C0A-4B1B-AD19-BF4E559C4B07}" destId="{AFC3BF89-8CBC-4349-BC2E-C1BE25C6A2AD}" srcOrd="5" destOrd="0" presId="urn:microsoft.com/office/officeart/2005/8/layout/vProcess5"/>
    <dgm:cxn modelId="{684D5C99-0D1F-43CD-B678-41BAD4D5B6BD}" type="presParOf" srcId="{126F8FD1-7C0A-4B1B-AD19-BF4E559C4B07}" destId="{090D1FA9-936A-4186-92E7-250E9E4784BC}" srcOrd="6" destOrd="0" presId="urn:microsoft.com/office/officeart/2005/8/layout/vProcess5"/>
    <dgm:cxn modelId="{934A7677-92A5-4A4E-A629-F44E1BEFCB98}" type="presParOf" srcId="{126F8FD1-7C0A-4B1B-AD19-BF4E559C4B07}" destId="{76B0322C-657C-4378-8D64-0D7539AD3F29}" srcOrd="7" destOrd="0" presId="urn:microsoft.com/office/officeart/2005/8/layout/vProcess5"/>
    <dgm:cxn modelId="{F495D6EC-B7E7-4BFD-945F-7B68E422756E}" type="presParOf" srcId="{126F8FD1-7C0A-4B1B-AD19-BF4E559C4B07}" destId="{6C5C992A-32AC-4DFB-835C-0B97F5A79383}" srcOrd="8" destOrd="0" presId="urn:microsoft.com/office/officeart/2005/8/layout/vProcess5"/>
    <dgm:cxn modelId="{6E5DDEA7-A545-4E37-9EBD-C15C83050318}" type="presParOf" srcId="{126F8FD1-7C0A-4B1B-AD19-BF4E559C4B07}" destId="{349943ED-6D4D-434F-9CC7-6D99F371A7E0}" srcOrd="9" destOrd="0" presId="urn:microsoft.com/office/officeart/2005/8/layout/vProcess5"/>
    <dgm:cxn modelId="{204E6B6C-2F4E-42A9-8620-C0F0F489C4A5}" type="presParOf" srcId="{126F8FD1-7C0A-4B1B-AD19-BF4E559C4B07}" destId="{EB291C2E-8C1E-402A-B9B1-DF4A6EAC2B32}" srcOrd="10" destOrd="0" presId="urn:microsoft.com/office/officeart/2005/8/layout/vProcess5"/>
    <dgm:cxn modelId="{CE1F839C-72B4-4110-8886-7D67418C9919}" type="presParOf" srcId="{126F8FD1-7C0A-4B1B-AD19-BF4E559C4B07}" destId="{B9CA1672-DFDC-414E-A009-511C01D7216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831174-26BE-4B97-BEBE-7E1CC160AE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951DC6B-E567-4ED7-A618-B51951FBE0AB}">
      <dgm:prSet/>
      <dgm:spPr/>
      <dgm:t>
        <a:bodyPr/>
        <a:lstStyle/>
        <a:p>
          <a:r>
            <a:rPr lang="en-US"/>
            <a:t>- Flaky tests</a:t>
          </a:r>
        </a:p>
      </dgm:t>
    </dgm:pt>
    <dgm:pt modelId="{ECF19675-4486-4EAC-989B-B624301151E9}" type="parTrans" cxnId="{BAAA081E-8776-4EDA-8E46-EBCEB1D98FB8}">
      <dgm:prSet/>
      <dgm:spPr/>
      <dgm:t>
        <a:bodyPr/>
        <a:lstStyle/>
        <a:p>
          <a:endParaRPr lang="en-US"/>
        </a:p>
      </dgm:t>
    </dgm:pt>
    <dgm:pt modelId="{D39442CD-F84A-416C-9EB6-681A79DD486E}" type="sibTrans" cxnId="{BAAA081E-8776-4EDA-8E46-EBCEB1D98FB8}">
      <dgm:prSet/>
      <dgm:spPr/>
      <dgm:t>
        <a:bodyPr/>
        <a:lstStyle/>
        <a:p>
          <a:endParaRPr lang="en-US"/>
        </a:p>
      </dgm:t>
    </dgm:pt>
    <dgm:pt modelId="{FA30C676-244F-4EC1-BCF9-96EF9CF4092D}">
      <dgm:prSet/>
      <dgm:spPr/>
      <dgm:t>
        <a:bodyPr/>
        <a:lstStyle/>
        <a:p>
          <a:r>
            <a:rPr lang="en-US"/>
            <a:t>- Slow scaling</a:t>
          </a:r>
        </a:p>
      </dgm:t>
    </dgm:pt>
    <dgm:pt modelId="{69307AA6-7D49-4AC4-878E-98282670107B}" type="parTrans" cxnId="{E4D9C2B8-87F6-4D09-AE77-E53FE35651BE}">
      <dgm:prSet/>
      <dgm:spPr/>
      <dgm:t>
        <a:bodyPr/>
        <a:lstStyle/>
        <a:p>
          <a:endParaRPr lang="en-US"/>
        </a:p>
      </dgm:t>
    </dgm:pt>
    <dgm:pt modelId="{675651B1-0D34-46B2-98B0-9B4D5F757941}" type="sibTrans" cxnId="{E4D9C2B8-87F6-4D09-AE77-E53FE35651BE}">
      <dgm:prSet/>
      <dgm:spPr/>
      <dgm:t>
        <a:bodyPr/>
        <a:lstStyle/>
        <a:p>
          <a:endParaRPr lang="en-US"/>
        </a:p>
      </dgm:t>
    </dgm:pt>
    <dgm:pt modelId="{ADC1DA2E-4BCE-4DA5-90C1-A9C1CADB3C34}">
      <dgm:prSet/>
      <dgm:spPr/>
      <dgm:t>
        <a:bodyPr/>
        <a:lstStyle/>
        <a:p>
          <a:r>
            <a:rPr lang="en-US"/>
            <a:t>- Manual bottlenecks</a:t>
          </a:r>
        </a:p>
      </dgm:t>
    </dgm:pt>
    <dgm:pt modelId="{F6A45F7D-5806-4B5E-AE04-4209A83F9713}" type="parTrans" cxnId="{BB2748A5-0108-4243-B980-E0E7E162061A}">
      <dgm:prSet/>
      <dgm:spPr/>
      <dgm:t>
        <a:bodyPr/>
        <a:lstStyle/>
        <a:p>
          <a:endParaRPr lang="en-US"/>
        </a:p>
      </dgm:t>
    </dgm:pt>
    <dgm:pt modelId="{83F3EE51-4EC3-4A8D-880D-80415EA95EF4}" type="sibTrans" cxnId="{BB2748A5-0108-4243-B980-E0E7E162061A}">
      <dgm:prSet/>
      <dgm:spPr/>
      <dgm:t>
        <a:bodyPr/>
        <a:lstStyle/>
        <a:p>
          <a:endParaRPr lang="en-US"/>
        </a:p>
      </dgm:t>
    </dgm:pt>
    <dgm:pt modelId="{2547C198-9E57-4778-92B6-70E7758B338F}">
      <dgm:prSet/>
      <dgm:spPr/>
      <dgm:t>
        <a:bodyPr/>
        <a:lstStyle/>
        <a:p>
          <a:r>
            <a:rPr lang="en-US"/>
            <a:t>- Limited intelligence</a:t>
          </a:r>
        </a:p>
      </dgm:t>
    </dgm:pt>
    <dgm:pt modelId="{7889F44C-944D-4331-9379-7CA8C85FB898}" type="parTrans" cxnId="{C8148C2F-C6A8-4BB0-BC7C-4FE170F98339}">
      <dgm:prSet/>
      <dgm:spPr/>
      <dgm:t>
        <a:bodyPr/>
        <a:lstStyle/>
        <a:p>
          <a:endParaRPr lang="en-US"/>
        </a:p>
      </dgm:t>
    </dgm:pt>
    <dgm:pt modelId="{B566216E-CB4B-4E61-927D-0A8B4408905E}" type="sibTrans" cxnId="{C8148C2F-C6A8-4BB0-BC7C-4FE170F98339}">
      <dgm:prSet/>
      <dgm:spPr/>
      <dgm:t>
        <a:bodyPr/>
        <a:lstStyle/>
        <a:p>
          <a:endParaRPr lang="en-US"/>
        </a:p>
      </dgm:t>
    </dgm:pt>
    <dgm:pt modelId="{C8E9AC65-4480-4302-B93E-6CD562C70AAB}" type="pres">
      <dgm:prSet presAssocID="{54831174-26BE-4B97-BEBE-7E1CC160AEA4}" presName="vert0" presStyleCnt="0">
        <dgm:presLayoutVars>
          <dgm:dir/>
          <dgm:animOne val="branch"/>
          <dgm:animLvl val="lvl"/>
        </dgm:presLayoutVars>
      </dgm:prSet>
      <dgm:spPr/>
    </dgm:pt>
    <dgm:pt modelId="{4D59C62E-3AE9-4160-A256-871E4845AB1E}" type="pres">
      <dgm:prSet presAssocID="{7951DC6B-E567-4ED7-A618-B51951FBE0AB}" presName="thickLine" presStyleLbl="alignNode1" presStyleIdx="0" presStyleCnt="4"/>
      <dgm:spPr/>
    </dgm:pt>
    <dgm:pt modelId="{83587D15-B877-4776-B74F-C0D1CBE94E76}" type="pres">
      <dgm:prSet presAssocID="{7951DC6B-E567-4ED7-A618-B51951FBE0AB}" presName="horz1" presStyleCnt="0"/>
      <dgm:spPr/>
    </dgm:pt>
    <dgm:pt modelId="{193E84C1-E2B4-4EA2-9B1C-FC37A9A30AEE}" type="pres">
      <dgm:prSet presAssocID="{7951DC6B-E567-4ED7-A618-B51951FBE0AB}" presName="tx1" presStyleLbl="revTx" presStyleIdx="0" presStyleCnt="4"/>
      <dgm:spPr/>
    </dgm:pt>
    <dgm:pt modelId="{929FB0B9-B6D1-496E-B61B-F0C3ABF7DAE6}" type="pres">
      <dgm:prSet presAssocID="{7951DC6B-E567-4ED7-A618-B51951FBE0AB}" presName="vert1" presStyleCnt="0"/>
      <dgm:spPr/>
    </dgm:pt>
    <dgm:pt modelId="{1D09C389-A3C1-4585-96DA-C524BE0AE576}" type="pres">
      <dgm:prSet presAssocID="{FA30C676-244F-4EC1-BCF9-96EF9CF4092D}" presName="thickLine" presStyleLbl="alignNode1" presStyleIdx="1" presStyleCnt="4"/>
      <dgm:spPr/>
    </dgm:pt>
    <dgm:pt modelId="{315B3C2B-9AA4-4B2C-9EEC-AC37A08C4E83}" type="pres">
      <dgm:prSet presAssocID="{FA30C676-244F-4EC1-BCF9-96EF9CF4092D}" presName="horz1" presStyleCnt="0"/>
      <dgm:spPr/>
    </dgm:pt>
    <dgm:pt modelId="{D2E84A7E-6EF5-4D2B-A5CC-62EDB3FA5356}" type="pres">
      <dgm:prSet presAssocID="{FA30C676-244F-4EC1-BCF9-96EF9CF4092D}" presName="tx1" presStyleLbl="revTx" presStyleIdx="1" presStyleCnt="4"/>
      <dgm:spPr/>
    </dgm:pt>
    <dgm:pt modelId="{843DD4A8-B19D-4FBA-8407-FE188D53C4FE}" type="pres">
      <dgm:prSet presAssocID="{FA30C676-244F-4EC1-BCF9-96EF9CF4092D}" presName="vert1" presStyleCnt="0"/>
      <dgm:spPr/>
    </dgm:pt>
    <dgm:pt modelId="{550E0F69-4CEF-4BC1-BD73-B77AB9ADF2F6}" type="pres">
      <dgm:prSet presAssocID="{ADC1DA2E-4BCE-4DA5-90C1-A9C1CADB3C34}" presName="thickLine" presStyleLbl="alignNode1" presStyleIdx="2" presStyleCnt="4"/>
      <dgm:spPr/>
    </dgm:pt>
    <dgm:pt modelId="{FB5D4BDE-849F-4D8E-9CB9-808F0007CE79}" type="pres">
      <dgm:prSet presAssocID="{ADC1DA2E-4BCE-4DA5-90C1-A9C1CADB3C34}" presName="horz1" presStyleCnt="0"/>
      <dgm:spPr/>
    </dgm:pt>
    <dgm:pt modelId="{C9EC778F-BAD0-4A7A-BFB9-B5D7FC312697}" type="pres">
      <dgm:prSet presAssocID="{ADC1DA2E-4BCE-4DA5-90C1-A9C1CADB3C34}" presName="tx1" presStyleLbl="revTx" presStyleIdx="2" presStyleCnt="4"/>
      <dgm:spPr/>
    </dgm:pt>
    <dgm:pt modelId="{D145742D-2C54-4630-AAE8-BF7E3EEB3F6E}" type="pres">
      <dgm:prSet presAssocID="{ADC1DA2E-4BCE-4DA5-90C1-A9C1CADB3C34}" presName="vert1" presStyleCnt="0"/>
      <dgm:spPr/>
    </dgm:pt>
    <dgm:pt modelId="{C05BD0D3-2DC9-46CC-AA9E-550C82EFB056}" type="pres">
      <dgm:prSet presAssocID="{2547C198-9E57-4778-92B6-70E7758B338F}" presName="thickLine" presStyleLbl="alignNode1" presStyleIdx="3" presStyleCnt="4"/>
      <dgm:spPr/>
    </dgm:pt>
    <dgm:pt modelId="{995585D4-FDC0-4F4F-976F-143AE8C76DDB}" type="pres">
      <dgm:prSet presAssocID="{2547C198-9E57-4778-92B6-70E7758B338F}" presName="horz1" presStyleCnt="0"/>
      <dgm:spPr/>
    </dgm:pt>
    <dgm:pt modelId="{8224207D-65CE-4328-859A-460456005FCD}" type="pres">
      <dgm:prSet presAssocID="{2547C198-9E57-4778-92B6-70E7758B338F}" presName="tx1" presStyleLbl="revTx" presStyleIdx="3" presStyleCnt="4"/>
      <dgm:spPr/>
    </dgm:pt>
    <dgm:pt modelId="{A466A1C7-8A5B-4E8C-83FF-EF6F6765F963}" type="pres">
      <dgm:prSet presAssocID="{2547C198-9E57-4778-92B6-70E7758B338F}" presName="vert1" presStyleCnt="0"/>
      <dgm:spPr/>
    </dgm:pt>
  </dgm:ptLst>
  <dgm:cxnLst>
    <dgm:cxn modelId="{BAAA081E-8776-4EDA-8E46-EBCEB1D98FB8}" srcId="{54831174-26BE-4B97-BEBE-7E1CC160AEA4}" destId="{7951DC6B-E567-4ED7-A618-B51951FBE0AB}" srcOrd="0" destOrd="0" parTransId="{ECF19675-4486-4EAC-989B-B624301151E9}" sibTransId="{D39442CD-F84A-416C-9EB6-681A79DD486E}"/>
    <dgm:cxn modelId="{C8148C2F-C6A8-4BB0-BC7C-4FE170F98339}" srcId="{54831174-26BE-4B97-BEBE-7E1CC160AEA4}" destId="{2547C198-9E57-4778-92B6-70E7758B338F}" srcOrd="3" destOrd="0" parTransId="{7889F44C-944D-4331-9379-7CA8C85FB898}" sibTransId="{B566216E-CB4B-4E61-927D-0A8B4408905E}"/>
    <dgm:cxn modelId="{7414FE5C-9D73-4763-8F1A-059F56A0C6C0}" type="presOf" srcId="{FA30C676-244F-4EC1-BCF9-96EF9CF4092D}" destId="{D2E84A7E-6EF5-4D2B-A5CC-62EDB3FA5356}" srcOrd="0" destOrd="0" presId="urn:microsoft.com/office/officeart/2008/layout/LinedList"/>
    <dgm:cxn modelId="{99F2125E-D23F-4A00-9F21-028AE193A527}" type="presOf" srcId="{ADC1DA2E-4BCE-4DA5-90C1-A9C1CADB3C34}" destId="{C9EC778F-BAD0-4A7A-BFB9-B5D7FC312697}" srcOrd="0" destOrd="0" presId="urn:microsoft.com/office/officeart/2008/layout/LinedList"/>
    <dgm:cxn modelId="{254B534D-1EFE-4F79-B802-894449DA4143}" type="presOf" srcId="{54831174-26BE-4B97-BEBE-7E1CC160AEA4}" destId="{C8E9AC65-4480-4302-B93E-6CD562C70AAB}" srcOrd="0" destOrd="0" presId="urn:microsoft.com/office/officeart/2008/layout/LinedList"/>
    <dgm:cxn modelId="{39794F75-6193-49FE-88E1-41F46AD55BDC}" type="presOf" srcId="{7951DC6B-E567-4ED7-A618-B51951FBE0AB}" destId="{193E84C1-E2B4-4EA2-9B1C-FC37A9A30AEE}" srcOrd="0" destOrd="0" presId="urn:microsoft.com/office/officeart/2008/layout/LinedList"/>
    <dgm:cxn modelId="{EDF8819C-1211-45DC-B7E6-CBB47C4A4386}" type="presOf" srcId="{2547C198-9E57-4778-92B6-70E7758B338F}" destId="{8224207D-65CE-4328-859A-460456005FCD}" srcOrd="0" destOrd="0" presId="urn:microsoft.com/office/officeart/2008/layout/LinedList"/>
    <dgm:cxn modelId="{BB2748A5-0108-4243-B980-E0E7E162061A}" srcId="{54831174-26BE-4B97-BEBE-7E1CC160AEA4}" destId="{ADC1DA2E-4BCE-4DA5-90C1-A9C1CADB3C34}" srcOrd="2" destOrd="0" parTransId="{F6A45F7D-5806-4B5E-AE04-4209A83F9713}" sibTransId="{83F3EE51-4EC3-4A8D-880D-80415EA95EF4}"/>
    <dgm:cxn modelId="{E4D9C2B8-87F6-4D09-AE77-E53FE35651BE}" srcId="{54831174-26BE-4B97-BEBE-7E1CC160AEA4}" destId="{FA30C676-244F-4EC1-BCF9-96EF9CF4092D}" srcOrd="1" destOrd="0" parTransId="{69307AA6-7D49-4AC4-878E-98282670107B}" sibTransId="{675651B1-0D34-46B2-98B0-9B4D5F757941}"/>
    <dgm:cxn modelId="{86854FDC-3E88-400E-BCC8-1DDA0AA47F08}" type="presParOf" srcId="{C8E9AC65-4480-4302-B93E-6CD562C70AAB}" destId="{4D59C62E-3AE9-4160-A256-871E4845AB1E}" srcOrd="0" destOrd="0" presId="urn:microsoft.com/office/officeart/2008/layout/LinedList"/>
    <dgm:cxn modelId="{009F3804-3E66-41D0-B7C4-DC23E29D9BD1}" type="presParOf" srcId="{C8E9AC65-4480-4302-B93E-6CD562C70AAB}" destId="{83587D15-B877-4776-B74F-C0D1CBE94E76}" srcOrd="1" destOrd="0" presId="urn:microsoft.com/office/officeart/2008/layout/LinedList"/>
    <dgm:cxn modelId="{EA46526B-07FD-46CA-B709-DCAA71F2BF4D}" type="presParOf" srcId="{83587D15-B877-4776-B74F-C0D1CBE94E76}" destId="{193E84C1-E2B4-4EA2-9B1C-FC37A9A30AEE}" srcOrd="0" destOrd="0" presId="urn:microsoft.com/office/officeart/2008/layout/LinedList"/>
    <dgm:cxn modelId="{C777A691-6039-49E8-944A-CE2B64304961}" type="presParOf" srcId="{83587D15-B877-4776-B74F-C0D1CBE94E76}" destId="{929FB0B9-B6D1-496E-B61B-F0C3ABF7DAE6}" srcOrd="1" destOrd="0" presId="urn:microsoft.com/office/officeart/2008/layout/LinedList"/>
    <dgm:cxn modelId="{CDE2393A-9DEA-40F9-B0BC-6A56B51B8CDC}" type="presParOf" srcId="{C8E9AC65-4480-4302-B93E-6CD562C70AAB}" destId="{1D09C389-A3C1-4585-96DA-C524BE0AE576}" srcOrd="2" destOrd="0" presId="urn:microsoft.com/office/officeart/2008/layout/LinedList"/>
    <dgm:cxn modelId="{E44B2D80-F6C1-4BE3-94D1-0BA09998E66B}" type="presParOf" srcId="{C8E9AC65-4480-4302-B93E-6CD562C70AAB}" destId="{315B3C2B-9AA4-4B2C-9EEC-AC37A08C4E83}" srcOrd="3" destOrd="0" presId="urn:microsoft.com/office/officeart/2008/layout/LinedList"/>
    <dgm:cxn modelId="{A78C169E-E3E5-48BC-9F7A-1CC724397B2C}" type="presParOf" srcId="{315B3C2B-9AA4-4B2C-9EEC-AC37A08C4E83}" destId="{D2E84A7E-6EF5-4D2B-A5CC-62EDB3FA5356}" srcOrd="0" destOrd="0" presId="urn:microsoft.com/office/officeart/2008/layout/LinedList"/>
    <dgm:cxn modelId="{5F638C36-7A88-43FB-BBDD-4321BD83DF62}" type="presParOf" srcId="{315B3C2B-9AA4-4B2C-9EEC-AC37A08C4E83}" destId="{843DD4A8-B19D-4FBA-8407-FE188D53C4FE}" srcOrd="1" destOrd="0" presId="urn:microsoft.com/office/officeart/2008/layout/LinedList"/>
    <dgm:cxn modelId="{77A3F3A6-1906-44B9-8294-BF35EA26A0D6}" type="presParOf" srcId="{C8E9AC65-4480-4302-B93E-6CD562C70AAB}" destId="{550E0F69-4CEF-4BC1-BD73-B77AB9ADF2F6}" srcOrd="4" destOrd="0" presId="urn:microsoft.com/office/officeart/2008/layout/LinedList"/>
    <dgm:cxn modelId="{775F3797-F0EF-41E7-8D98-689142AC2929}" type="presParOf" srcId="{C8E9AC65-4480-4302-B93E-6CD562C70AAB}" destId="{FB5D4BDE-849F-4D8E-9CB9-808F0007CE79}" srcOrd="5" destOrd="0" presId="urn:microsoft.com/office/officeart/2008/layout/LinedList"/>
    <dgm:cxn modelId="{E99FBA12-E98B-42DD-B213-31D3A4592619}" type="presParOf" srcId="{FB5D4BDE-849F-4D8E-9CB9-808F0007CE79}" destId="{C9EC778F-BAD0-4A7A-BFB9-B5D7FC312697}" srcOrd="0" destOrd="0" presId="urn:microsoft.com/office/officeart/2008/layout/LinedList"/>
    <dgm:cxn modelId="{C952410F-5EF2-427C-A0BF-A43DF4586303}" type="presParOf" srcId="{FB5D4BDE-849F-4D8E-9CB9-808F0007CE79}" destId="{D145742D-2C54-4630-AAE8-BF7E3EEB3F6E}" srcOrd="1" destOrd="0" presId="urn:microsoft.com/office/officeart/2008/layout/LinedList"/>
    <dgm:cxn modelId="{9C0DA09E-63DD-4881-B6DE-B53104955FC5}" type="presParOf" srcId="{C8E9AC65-4480-4302-B93E-6CD562C70AAB}" destId="{C05BD0D3-2DC9-46CC-AA9E-550C82EFB056}" srcOrd="6" destOrd="0" presId="urn:microsoft.com/office/officeart/2008/layout/LinedList"/>
    <dgm:cxn modelId="{091533E2-53AF-476B-BFA1-669128419172}" type="presParOf" srcId="{C8E9AC65-4480-4302-B93E-6CD562C70AAB}" destId="{995585D4-FDC0-4F4F-976F-143AE8C76DDB}" srcOrd="7" destOrd="0" presId="urn:microsoft.com/office/officeart/2008/layout/LinedList"/>
    <dgm:cxn modelId="{858BD7DE-6339-4F92-A6FE-D93CCF77610B}" type="presParOf" srcId="{995585D4-FDC0-4F4F-976F-143AE8C76DDB}" destId="{8224207D-65CE-4328-859A-460456005FCD}" srcOrd="0" destOrd="0" presId="urn:microsoft.com/office/officeart/2008/layout/LinedList"/>
    <dgm:cxn modelId="{7AAFCE11-2C86-47E4-85A2-FA5EE8A8054C}" type="presParOf" srcId="{995585D4-FDC0-4F4F-976F-143AE8C76DDB}" destId="{A466A1C7-8A5B-4E8C-83FF-EF6F6765F9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D3668B-2ED2-48E8-BCC5-6CAA37FF94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838E1-6D37-48C1-B11E-F8F350002936}">
      <dgm:prSet/>
      <dgm:spPr/>
      <dgm:t>
        <a:bodyPr/>
        <a:lstStyle/>
        <a:p>
          <a:pPr>
            <a:defRPr cap="all"/>
          </a:pPr>
          <a:r>
            <a:rPr lang="en-US"/>
            <a:t>- LLM-powered testing</a:t>
          </a:r>
        </a:p>
      </dgm:t>
    </dgm:pt>
    <dgm:pt modelId="{6CCD4DF9-0344-4DA6-9793-74D0A6B54143}" type="parTrans" cxnId="{B128C663-53B2-40C6-A1B5-1AFA03A22F80}">
      <dgm:prSet/>
      <dgm:spPr/>
      <dgm:t>
        <a:bodyPr/>
        <a:lstStyle/>
        <a:p>
          <a:endParaRPr lang="en-US"/>
        </a:p>
      </dgm:t>
    </dgm:pt>
    <dgm:pt modelId="{73084716-1905-4735-9BB0-7D36CCBE99CD}" type="sibTrans" cxnId="{B128C663-53B2-40C6-A1B5-1AFA03A22F80}">
      <dgm:prSet/>
      <dgm:spPr/>
      <dgm:t>
        <a:bodyPr/>
        <a:lstStyle/>
        <a:p>
          <a:endParaRPr lang="en-US"/>
        </a:p>
      </dgm:t>
    </dgm:pt>
    <dgm:pt modelId="{C7BA3870-7BE2-496D-8E2B-BF773647F5BC}">
      <dgm:prSet/>
      <dgm:spPr/>
      <dgm:t>
        <a:bodyPr/>
        <a:lstStyle/>
        <a:p>
          <a:pPr>
            <a:defRPr cap="all"/>
          </a:pPr>
          <a:r>
            <a:rPr lang="en-US"/>
            <a:t>- Auto test generation</a:t>
          </a:r>
        </a:p>
      </dgm:t>
    </dgm:pt>
    <dgm:pt modelId="{1E54C085-720A-427E-8A95-259D60BFD7F2}" type="parTrans" cxnId="{E277DC6D-FDD1-46AB-9AE9-B284CBBFE983}">
      <dgm:prSet/>
      <dgm:spPr/>
      <dgm:t>
        <a:bodyPr/>
        <a:lstStyle/>
        <a:p>
          <a:endParaRPr lang="en-US"/>
        </a:p>
      </dgm:t>
    </dgm:pt>
    <dgm:pt modelId="{E249F654-9DDA-4267-B7D1-526E7F34F6B5}" type="sibTrans" cxnId="{E277DC6D-FDD1-46AB-9AE9-B284CBBFE983}">
      <dgm:prSet/>
      <dgm:spPr/>
      <dgm:t>
        <a:bodyPr/>
        <a:lstStyle/>
        <a:p>
          <a:endParaRPr lang="en-US"/>
        </a:p>
      </dgm:t>
    </dgm:pt>
    <dgm:pt modelId="{6CAB4488-9FAF-4F04-BD9E-3AF5A327B10E}">
      <dgm:prSet/>
      <dgm:spPr/>
      <dgm:t>
        <a:bodyPr/>
        <a:lstStyle/>
        <a:p>
          <a:pPr>
            <a:defRPr cap="all"/>
          </a:pPr>
          <a:r>
            <a:rPr lang="en-US"/>
            <a:t>- Smart bug detection</a:t>
          </a:r>
        </a:p>
      </dgm:t>
    </dgm:pt>
    <dgm:pt modelId="{43760D7D-F781-495D-BB4B-34CDE22A7381}" type="parTrans" cxnId="{695576EB-ED06-4B76-8518-064A66AB46B4}">
      <dgm:prSet/>
      <dgm:spPr/>
      <dgm:t>
        <a:bodyPr/>
        <a:lstStyle/>
        <a:p>
          <a:endParaRPr lang="en-US"/>
        </a:p>
      </dgm:t>
    </dgm:pt>
    <dgm:pt modelId="{37876AB1-C6E0-4852-9AE2-A00628A6F124}" type="sibTrans" cxnId="{695576EB-ED06-4B76-8518-064A66AB46B4}">
      <dgm:prSet/>
      <dgm:spPr/>
      <dgm:t>
        <a:bodyPr/>
        <a:lstStyle/>
        <a:p>
          <a:endParaRPr lang="en-US"/>
        </a:p>
      </dgm:t>
    </dgm:pt>
    <dgm:pt modelId="{F4FE0593-4503-44B2-8201-AABBA526846D}">
      <dgm:prSet/>
      <dgm:spPr/>
      <dgm:t>
        <a:bodyPr/>
        <a:lstStyle/>
        <a:p>
          <a:pPr>
            <a:defRPr cap="all"/>
          </a:pPr>
          <a:r>
            <a:rPr lang="en-US"/>
            <a:t>- Context-aware testing</a:t>
          </a:r>
        </a:p>
      </dgm:t>
    </dgm:pt>
    <dgm:pt modelId="{55997F2E-C24F-47CB-BC8C-C513764616CB}" type="parTrans" cxnId="{04BB6B53-9816-425E-8E8C-D9A147272B72}">
      <dgm:prSet/>
      <dgm:spPr/>
      <dgm:t>
        <a:bodyPr/>
        <a:lstStyle/>
        <a:p>
          <a:endParaRPr lang="en-US"/>
        </a:p>
      </dgm:t>
    </dgm:pt>
    <dgm:pt modelId="{1E778852-A684-4B22-8690-80397CD6ACDF}" type="sibTrans" cxnId="{04BB6B53-9816-425E-8E8C-D9A147272B72}">
      <dgm:prSet/>
      <dgm:spPr/>
      <dgm:t>
        <a:bodyPr/>
        <a:lstStyle/>
        <a:p>
          <a:endParaRPr lang="en-US"/>
        </a:p>
      </dgm:t>
    </dgm:pt>
    <dgm:pt modelId="{C942D603-8BC6-4B30-A184-BCAFE6450F89}" type="pres">
      <dgm:prSet presAssocID="{6AD3668B-2ED2-48E8-BCC5-6CAA37FF9478}" presName="root" presStyleCnt="0">
        <dgm:presLayoutVars>
          <dgm:dir/>
          <dgm:resizeHandles val="exact"/>
        </dgm:presLayoutVars>
      </dgm:prSet>
      <dgm:spPr/>
    </dgm:pt>
    <dgm:pt modelId="{7E91DCFB-69C7-4190-9EC5-2BC20D023DE2}" type="pres">
      <dgm:prSet presAssocID="{B7A838E1-6D37-48C1-B11E-F8F350002936}" presName="compNode" presStyleCnt="0"/>
      <dgm:spPr/>
    </dgm:pt>
    <dgm:pt modelId="{A271420C-EA36-4781-AF3E-E00C706DC52F}" type="pres">
      <dgm:prSet presAssocID="{B7A838E1-6D37-48C1-B11E-F8F350002936}" presName="iconBgRect" presStyleLbl="bgShp" presStyleIdx="0" presStyleCnt="4"/>
      <dgm:spPr/>
    </dgm:pt>
    <dgm:pt modelId="{4C02F3C3-0621-4F6E-8C20-0C140E5955F2}" type="pres">
      <dgm:prSet presAssocID="{B7A838E1-6D37-48C1-B11E-F8F35000293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2396844A-338F-4BC9-AF5B-C783BBF9FD83}" type="pres">
      <dgm:prSet presAssocID="{B7A838E1-6D37-48C1-B11E-F8F350002936}" presName="spaceRect" presStyleCnt="0"/>
      <dgm:spPr/>
    </dgm:pt>
    <dgm:pt modelId="{40141226-DB35-46D8-ADF2-34B9C9EBAEF5}" type="pres">
      <dgm:prSet presAssocID="{B7A838E1-6D37-48C1-B11E-F8F350002936}" presName="textRect" presStyleLbl="revTx" presStyleIdx="0" presStyleCnt="4">
        <dgm:presLayoutVars>
          <dgm:chMax val="1"/>
          <dgm:chPref val="1"/>
        </dgm:presLayoutVars>
      </dgm:prSet>
      <dgm:spPr/>
    </dgm:pt>
    <dgm:pt modelId="{0A361553-4575-46EB-B635-550EBD06D583}" type="pres">
      <dgm:prSet presAssocID="{73084716-1905-4735-9BB0-7D36CCBE99CD}" presName="sibTrans" presStyleCnt="0"/>
      <dgm:spPr/>
    </dgm:pt>
    <dgm:pt modelId="{CD6CBEE3-2BAA-42DC-B99E-2349D33D262C}" type="pres">
      <dgm:prSet presAssocID="{C7BA3870-7BE2-496D-8E2B-BF773647F5BC}" presName="compNode" presStyleCnt="0"/>
      <dgm:spPr/>
    </dgm:pt>
    <dgm:pt modelId="{7E512DD2-0213-4602-A868-F1F8722DF674}" type="pres">
      <dgm:prSet presAssocID="{C7BA3870-7BE2-496D-8E2B-BF773647F5BC}" presName="iconBgRect" presStyleLbl="bgShp" presStyleIdx="1" presStyleCnt="4"/>
      <dgm:spPr/>
    </dgm:pt>
    <dgm:pt modelId="{D3E454D9-F841-4837-81A7-4F7D2FBC6873}" type="pres">
      <dgm:prSet presAssocID="{C7BA3870-7BE2-496D-8E2B-BF773647F5B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01E384C-23BC-497E-90CF-8743FDEAEBFF}" type="pres">
      <dgm:prSet presAssocID="{C7BA3870-7BE2-496D-8E2B-BF773647F5BC}" presName="spaceRect" presStyleCnt="0"/>
      <dgm:spPr/>
    </dgm:pt>
    <dgm:pt modelId="{05AA2786-DB10-4355-B97E-9925ADEB01BB}" type="pres">
      <dgm:prSet presAssocID="{C7BA3870-7BE2-496D-8E2B-BF773647F5BC}" presName="textRect" presStyleLbl="revTx" presStyleIdx="1" presStyleCnt="4">
        <dgm:presLayoutVars>
          <dgm:chMax val="1"/>
          <dgm:chPref val="1"/>
        </dgm:presLayoutVars>
      </dgm:prSet>
      <dgm:spPr/>
    </dgm:pt>
    <dgm:pt modelId="{8982588F-8270-4128-9D09-36B3F02C518E}" type="pres">
      <dgm:prSet presAssocID="{E249F654-9DDA-4267-B7D1-526E7F34F6B5}" presName="sibTrans" presStyleCnt="0"/>
      <dgm:spPr/>
    </dgm:pt>
    <dgm:pt modelId="{2DE86FB0-478E-484A-B0BC-F16D62DCE2D1}" type="pres">
      <dgm:prSet presAssocID="{6CAB4488-9FAF-4F04-BD9E-3AF5A327B10E}" presName="compNode" presStyleCnt="0"/>
      <dgm:spPr/>
    </dgm:pt>
    <dgm:pt modelId="{A0E368A6-E7B8-47CF-B565-86E1332F21A7}" type="pres">
      <dgm:prSet presAssocID="{6CAB4488-9FAF-4F04-BD9E-3AF5A327B10E}" presName="iconBgRect" presStyleLbl="bgShp" presStyleIdx="2" presStyleCnt="4"/>
      <dgm:spPr/>
    </dgm:pt>
    <dgm:pt modelId="{CFEF5B81-5379-4FF4-8A29-135BFE922426}" type="pres">
      <dgm:prSet presAssocID="{6CAB4488-9FAF-4F04-BD9E-3AF5A327B1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DDBCD9B7-596F-4C18-9034-640616DC8AAD}" type="pres">
      <dgm:prSet presAssocID="{6CAB4488-9FAF-4F04-BD9E-3AF5A327B10E}" presName="spaceRect" presStyleCnt="0"/>
      <dgm:spPr/>
    </dgm:pt>
    <dgm:pt modelId="{A37DE69F-10E5-4E89-A1E2-0B2347965D14}" type="pres">
      <dgm:prSet presAssocID="{6CAB4488-9FAF-4F04-BD9E-3AF5A327B10E}" presName="textRect" presStyleLbl="revTx" presStyleIdx="2" presStyleCnt="4">
        <dgm:presLayoutVars>
          <dgm:chMax val="1"/>
          <dgm:chPref val="1"/>
        </dgm:presLayoutVars>
      </dgm:prSet>
      <dgm:spPr/>
    </dgm:pt>
    <dgm:pt modelId="{2B713FA9-F64F-496C-A741-DA1910DD8B0A}" type="pres">
      <dgm:prSet presAssocID="{37876AB1-C6E0-4852-9AE2-A00628A6F124}" presName="sibTrans" presStyleCnt="0"/>
      <dgm:spPr/>
    </dgm:pt>
    <dgm:pt modelId="{2AF95173-68D0-410D-9A63-988063D5E908}" type="pres">
      <dgm:prSet presAssocID="{F4FE0593-4503-44B2-8201-AABBA526846D}" presName="compNode" presStyleCnt="0"/>
      <dgm:spPr/>
    </dgm:pt>
    <dgm:pt modelId="{ECE26482-34F9-4A66-A690-94496189EA9C}" type="pres">
      <dgm:prSet presAssocID="{F4FE0593-4503-44B2-8201-AABBA526846D}" presName="iconBgRect" presStyleLbl="bgShp" presStyleIdx="3" presStyleCnt="4"/>
      <dgm:spPr/>
    </dgm:pt>
    <dgm:pt modelId="{5F79B007-BCD7-42DA-BA37-E3C4E8AA28CE}" type="pres">
      <dgm:prSet presAssocID="{F4FE0593-4503-44B2-8201-AABBA52684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B4BD577-3992-4F1B-9715-74BC9F6DD918}" type="pres">
      <dgm:prSet presAssocID="{F4FE0593-4503-44B2-8201-AABBA526846D}" presName="spaceRect" presStyleCnt="0"/>
      <dgm:spPr/>
    </dgm:pt>
    <dgm:pt modelId="{5820408C-9300-4D5B-8DFF-7EC1E535150A}" type="pres">
      <dgm:prSet presAssocID="{F4FE0593-4503-44B2-8201-AABBA52684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28C663-53B2-40C6-A1B5-1AFA03A22F80}" srcId="{6AD3668B-2ED2-48E8-BCC5-6CAA37FF9478}" destId="{B7A838E1-6D37-48C1-B11E-F8F350002936}" srcOrd="0" destOrd="0" parTransId="{6CCD4DF9-0344-4DA6-9793-74D0A6B54143}" sibTransId="{73084716-1905-4735-9BB0-7D36CCBE99CD}"/>
    <dgm:cxn modelId="{4B468A4B-46CE-4D70-BAE8-56CC738CAF46}" type="presOf" srcId="{6AD3668B-2ED2-48E8-BCC5-6CAA37FF9478}" destId="{C942D603-8BC6-4B30-A184-BCAFE6450F89}" srcOrd="0" destOrd="0" presId="urn:microsoft.com/office/officeart/2018/5/layout/IconCircleLabelList"/>
    <dgm:cxn modelId="{E277DC6D-FDD1-46AB-9AE9-B284CBBFE983}" srcId="{6AD3668B-2ED2-48E8-BCC5-6CAA37FF9478}" destId="{C7BA3870-7BE2-496D-8E2B-BF773647F5BC}" srcOrd="1" destOrd="0" parTransId="{1E54C085-720A-427E-8A95-259D60BFD7F2}" sibTransId="{E249F654-9DDA-4267-B7D1-526E7F34F6B5}"/>
    <dgm:cxn modelId="{C1BC704E-A918-4C05-A045-94ECAF81C052}" type="presOf" srcId="{B7A838E1-6D37-48C1-B11E-F8F350002936}" destId="{40141226-DB35-46D8-ADF2-34B9C9EBAEF5}" srcOrd="0" destOrd="0" presId="urn:microsoft.com/office/officeart/2018/5/layout/IconCircleLabelList"/>
    <dgm:cxn modelId="{04BB6B53-9816-425E-8E8C-D9A147272B72}" srcId="{6AD3668B-2ED2-48E8-BCC5-6CAA37FF9478}" destId="{F4FE0593-4503-44B2-8201-AABBA526846D}" srcOrd="3" destOrd="0" parTransId="{55997F2E-C24F-47CB-BC8C-C513764616CB}" sibTransId="{1E778852-A684-4B22-8690-80397CD6ACDF}"/>
    <dgm:cxn modelId="{56CE4086-8DCD-4FEF-A463-152A0CFAD5AA}" type="presOf" srcId="{C7BA3870-7BE2-496D-8E2B-BF773647F5BC}" destId="{05AA2786-DB10-4355-B97E-9925ADEB01BB}" srcOrd="0" destOrd="0" presId="urn:microsoft.com/office/officeart/2018/5/layout/IconCircleLabelList"/>
    <dgm:cxn modelId="{C603D6C1-BD60-42C3-AFB9-246D4E2F4A2D}" type="presOf" srcId="{6CAB4488-9FAF-4F04-BD9E-3AF5A327B10E}" destId="{A37DE69F-10E5-4E89-A1E2-0B2347965D14}" srcOrd="0" destOrd="0" presId="urn:microsoft.com/office/officeart/2018/5/layout/IconCircleLabelList"/>
    <dgm:cxn modelId="{695576EB-ED06-4B76-8518-064A66AB46B4}" srcId="{6AD3668B-2ED2-48E8-BCC5-6CAA37FF9478}" destId="{6CAB4488-9FAF-4F04-BD9E-3AF5A327B10E}" srcOrd="2" destOrd="0" parTransId="{43760D7D-F781-495D-BB4B-34CDE22A7381}" sibTransId="{37876AB1-C6E0-4852-9AE2-A00628A6F124}"/>
    <dgm:cxn modelId="{05F878ED-A591-4CF7-AF60-1928417920EC}" type="presOf" srcId="{F4FE0593-4503-44B2-8201-AABBA526846D}" destId="{5820408C-9300-4D5B-8DFF-7EC1E535150A}" srcOrd="0" destOrd="0" presId="urn:microsoft.com/office/officeart/2018/5/layout/IconCircleLabelList"/>
    <dgm:cxn modelId="{F3C47B36-80A6-4151-8874-EA65A3369A13}" type="presParOf" srcId="{C942D603-8BC6-4B30-A184-BCAFE6450F89}" destId="{7E91DCFB-69C7-4190-9EC5-2BC20D023DE2}" srcOrd="0" destOrd="0" presId="urn:microsoft.com/office/officeart/2018/5/layout/IconCircleLabelList"/>
    <dgm:cxn modelId="{00A1ADFE-3B97-4F13-9D41-03AAF47C9626}" type="presParOf" srcId="{7E91DCFB-69C7-4190-9EC5-2BC20D023DE2}" destId="{A271420C-EA36-4781-AF3E-E00C706DC52F}" srcOrd="0" destOrd="0" presId="urn:microsoft.com/office/officeart/2018/5/layout/IconCircleLabelList"/>
    <dgm:cxn modelId="{3F1C5973-CBBA-45B8-8A26-7DB4A2BAD6C4}" type="presParOf" srcId="{7E91DCFB-69C7-4190-9EC5-2BC20D023DE2}" destId="{4C02F3C3-0621-4F6E-8C20-0C140E5955F2}" srcOrd="1" destOrd="0" presId="urn:microsoft.com/office/officeart/2018/5/layout/IconCircleLabelList"/>
    <dgm:cxn modelId="{A4A8FBF6-BFAC-4586-8E01-A4142A857CFE}" type="presParOf" srcId="{7E91DCFB-69C7-4190-9EC5-2BC20D023DE2}" destId="{2396844A-338F-4BC9-AF5B-C783BBF9FD83}" srcOrd="2" destOrd="0" presId="urn:microsoft.com/office/officeart/2018/5/layout/IconCircleLabelList"/>
    <dgm:cxn modelId="{FD43AE06-6EA1-44F2-89DC-CA3E4629820F}" type="presParOf" srcId="{7E91DCFB-69C7-4190-9EC5-2BC20D023DE2}" destId="{40141226-DB35-46D8-ADF2-34B9C9EBAEF5}" srcOrd="3" destOrd="0" presId="urn:microsoft.com/office/officeart/2018/5/layout/IconCircleLabelList"/>
    <dgm:cxn modelId="{CE39CC13-32EF-49AB-83C0-84A71D03298A}" type="presParOf" srcId="{C942D603-8BC6-4B30-A184-BCAFE6450F89}" destId="{0A361553-4575-46EB-B635-550EBD06D583}" srcOrd="1" destOrd="0" presId="urn:microsoft.com/office/officeart/2018/5/layout/IconCircleLabelList"/>
    <dgm:cxn modelId="{8E3FD3EA-8E91-4AF2-9F96-A0B29CF2AFAE}" type="presParOf" srcId="{C942D603-8BC6-4B30-A184-BCAFE6450F89}" destId="{CD6CBEE3-2BAA-42DC-B99E-2349D33D262C}" srcOrd="2" destOrd="0" presId="urn:microsoft.com/office/officeart/2018/5/layout/IconCircleLabelList"/>
    <dgm:cxn modelId="{559538D8-0A20-4435-9367-44C9D1470ACA}" type="presParOf" srcId="{CD6CBEE3-2BAA-42DC-B99E-2349D33D262C}" destId="{7E512DD2-0213-4602-A868-F1F8722DF674}" srcOrd="0" destOrd="0" presId="urn:microsoft.com/office/officeart/2018/5/layout/IconCircleLabelList"/>
    <dgm:cxn modelId="{1C28EC74-B38E-45B6-9565-6763DE173B60}" type="presParOf" srcId="{CD6CBEE3-2BAA-42DC-B99E-2349D33D262C}" destId="{D3E454D9-F841-4837-81A7-4F7D2FBC6873}" srcOrd="1" destOrd="0" presId="urn:microsoft.com/office/officeart/2018/5/layout/IconCircleLabelList"/>
    <dgm:cxn modelId="{21C12DF5-A33E-4B34-B1C1-B41536D1E1CE}" type="presParOf" srcId="{CD6CBEE3-2BAA-42DC-B99E-2349D33D262C}" destId="{101E384C-23BC-497E-90CF-8743FDEAEBFF}" srcOrd="2" destOrd="0" presId="urn:microsoft.com/office/officeart/2018/5/layout/IconCircleLabelList"/>
    <dgm:cxn modelId="{C48413F1-79F9-4AC3-A08B-F79385246093}" type="presParOf" srcId="{CD6CBEE3-2BAA-42DC-B99E-2349D33D262C}" destId="{05AA2786-DB10-4355-B97E-9925ADEB01BB}" srcOrd="3" destOrd="0" presId="urn:microsoft.com/office/officeart/2018/5/layout/IconCircleLabelList"/>
    <dgm:cxn modelId="{EA710E51-B818-4FB3-B60F-9418C6559462}" type="presParOf" srcId="{C942D603-8BC6-4B30-A184-BCAFE6450F89}" destId="{8982588F-8270-4128-9D09-36B3F02C518E}" srcOrd="3" destOrd="0" presId="urn:microsoft.com/office/officeart/2018/5/layout/IconCircleLabelList"/>
    <dgm:cxn modelId="{9A42F219-5313-49F6-89C7-5C126DBDF3C4}" type="presParOf" srcId="{C942D603-8BC6-4B30-A184-BCAFE6450F89}" destId="{2DE86FB0-478E-484A-B0BC-F16D62DCE2D1}" srcOrd="4" destOrd="0" presId="urn:microsoft.com/office/officeart/2018/5/layout/IconCircleLabelList"/>
    <dgm:cxn modelId="{BAB11BE7-EEBE-40E5-8392-2D9770523F52}" type="presParOf" srcId="{2DE86FB0-478E-484A-B0BC-F16D62DCE2D1}" destId="{A0E368A6-E7B8-47CF-B565-86E1332F21A7}" srcOrd="0" destOrd="0" presId="urn:microsoft.com/office/officeart/2018/5/layout/IconCircleLabelList"/>
    <dgm:cxn modelId="{A831A915-E02C-49FA-A8F2-214D2DC809DA}" type="presParOf" srcId="{2DE86FB0-478E-484A-B0BC-F16D62DCE2D1}" destId="{CFEF5B81-5379-4FF4-8A29-135BFE922426}" srcOrd="1" destOrd="0" presId="urn:microsoft.com/office/officeart/2018/5/layout/IconCircleLabelList"/>
    <dgm:cxn modelId="{823BF6A1-92A5-4AF9-AFB9-BFFB9AB9D1E7}" type="presParOf" srcId="{2DE86FB0-478E-484A-B0BC-F16D62DCE2D1}" destId="{DDBCD9B7-596F-4C18-9034-640616DC8AAD}" srcOrd="2" destOrd="0" presId="urn:microsoft.com/office/officeart/2018/5/layout/IconCircleLabelList"/>
    <dgm:cxn modelId="{ED1754D1-3F26-48DD-ACD2-2188649C3E79}" type="presParOf" srcId="{2DE86FB0-478E-484A-B0BC-F16D62DCE2D1}" destId="{A37DE69F-10E5-4E89-A1E2-0B2347965D14}" srcOrd="3" destOrd="0" presId="urn:microsoft.com/office/officeart/2018/5/layout/IconCircleLabelList"/>
    <dgm:cxn modelId="{F507A546-3D9E-4469-9173-DD8959093F1F}" type="presParOf" srcId="{C942D603-8BC6-4B30-A184-BCAFE6450F89}" destId="{2B713FA9-F64F-496C-A741-DA1910DD8B0A}" srcOrd="5" destOrd="0" presId="urn:microsoft.com/office/officeart/2018/5/layout/IconCircleLabelList"/>
    <dgm:cxn modelId="{F409F0D1-0FAD-44FC-B36E-507494E51799}" type="presParOf" srcId="{C942D603-8BC6-4B30-A184-BCAFE6450F89}" destId="{2AF95173-68D0-410D-9A63-988063D5E908}" srcOrd="6" destOrd="0" presId="urn:microsoft.com/office/officeart/2018/5/layout/IconCircleLabelList"/>
    <dgm:cxn modelId="{3DBD1361-8E20-4168-B27F-9B0380557FC2}" type="presParOf" srcId="{2AF95173-68D0-410D-9A63-988063D5E908}" destId="{ECE26482-34F9-4A66-A690-94496189EA9C}" srcOrd="0" destOrd="0" presId="urn:microsoft.com/office/officeart/2018/5/layout/IconCircleLabelList"/>
    <dgm:cxn modelId="{BD26289D-636A-4EA6-9A26-E40BA0A1FF41}" type="presParOf" srcId="{2AF95173-68D0-410D-9A63-988063D5E908}" destId="{5F79B007-BCD7-42DA-BA37-E3C4E8AA28CE}" srcOrd="1" destOrd="0" presId="urn:microsoft.com/office/officeart/2018/5/layout/IconCircleLabelList"/>
    <dgm:cxn modelId="{DC90C51D-3614-4F98-945C-DC5087AEC035}" type="presParOf" srcId="{2AF95173-68D0-410D-9A63-988063D5E908}" destId="{2B4BD577-3992-4F1B-9715-74BC9F6DD918}" srcOrd="2" destOrd="0" presId="urn:microsoft.com/office/officeart/2018/5/layout/IconCircleLabelList"/>
    <dgm:cxn modelId="{28D0CBC1-ED31-4D66-B07C-FE37CB23C199}" type="presParOf" srcId="{2AF95173-68D0-410D-9A63-988063D5E908}" destId="{5820408C-9300-4D5B-8DFF-7EC1E53515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EAE135-0D16-44B3-8C2D-6BA5D2C5B21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94FC7E-88DB-413A-8BEC-E39DD8317163}">
      <dgm:prSet/>
      <dgm:spPr/>
      <dgm:t>
        <a:bodyPr/>
        <a:lstStyle/>
        <a:p>
          <a:pPr>
            <a:defRPr cap="all"/>
          </a:pPr>
          <a:r>
            <a:rPr lang="en-US"/>
            <a:t>- AI-first pipelines</a:t>
          </a:r>
        </a:p>
      </dgm:t>
    </dgm:pt>
    <dgm:pt modelId="{B93C2A03-E7C7-4C2E-85CA-D3304E0B7830}" type="parTrans" cxnId="{2384AA96-4FD9-4006-AE37-2DAA44972994}">
      <dgm:prSet/>
      <dgm:spPr/>
      <dgm:t>
        <a:bodyPr/>
        <a:lstStyle/>
        <a:p>
          <a:endParaRPr lang="en-US"/>
        </a:p>
      </dgm:t>
    </dgm:pt>
    <dgm:pt modelId="{3C774A7F-F3B6-421F-84CE-195AB033E34F}" type="sibTrans" cxnId="{2384AA96-4FD9-4006-AE37-2DAA44972994}">
      <dgm:prSet/>
      <dgm:spPr/>
      <dgm:t>
        <a:bodyPr/>
        <a:lstStyle/>
        <a:p>
          <a:endParaRPr lang="en-US"/>
        </a:p>
      </dgm:t>
    </dgm:pt>
    <dgm:pt modelId="{8E478BFC-DFBB-4099-B591-87DDA41D335E}">
      <dgm:prSet/>
      <dgm:spPr/>
      <dgm:t>
        <a:bodyPr/>
        <a:lstStyle/>
        <a:p>
          <a:pPr>
            <a:defRPr cap="all"/>
          </a:pPr>
          <a:r>
            <a:rPr lang="en-US"/>
            <a:t>- Agent-driven QA</a:t>
          </a:r>
        </a:p>
      </dgm:t>
    </dgm:pt>
    <dgm:pt modelId="{24279201-CE2B-4497-B640-EFC57D7C4E27}" type="parTrans" cxnId="{ECCEDA1D-4571-4533-AC3F-F0D32519C497}">
      <dgm:prSet/>
      <dgm:spPr/>
      <dgm:t>
        <a:bodyPr/>
        <a:lstStyle/>
        <a:p>
          <a:endParaRPr lang="en-US"/>
        </a:p>
      </dgm:t>
    </dgm:pt>
    <dgm:pt modelId="{14FD6268-9767-4766-88D6-DB9E454BE5A6}" type="sibTrans" cxnId="{ECCEDA1D-4571-4533-AC3F-F0D32519C497}">
      <dgm:prSet/>
      <dgm:spPr/>
      <dgm:t>
        <a:bodyPr/>
        <a:lstStyle/>
        <a:p>
          <a:endParaRPr lang="en-US"/>
        </a:p>
      </dgm:t>
    </dgm:pt>
    <dgm:pt modelId="{497F4ABB-EF59-45CD-9173-C24B0A7A287A}">
      <dgm:prSet/>
      <dgm:spPr/>
      <dgm:t>
        <a:bodyPr/>
        <a:lstStyle/>
        <a:p>
          <a:pPr>
            <a:defRPr cap="all"/>
          </a:pPr>
          <a:r>
            <a:rPr lang="en-US"/>
            <a:t>- Self-healing tests</a:t>
          </a:r>
        </a:p>
      </dgm:t>
    </dgm:pt>
    <dgm:pt modelId="{AC92B787-0D8F-4084-81E1-621C7D3B4197}" type="parTrans" cxnId="{883501C6-BE33-48E6-A0DA-12AE927F8A11}">
      <dgm:prSet/>
      <dgm:spPr/>
      <dgm:t>
        <a:bodyPr/>
        <a:lstStyle/>
        <a:p>
          <a:endParaRPr lang="en-US"/>
        </a:p>
      </dgm:t>
    </dgm:pt>
    <dgm:pt modelId="{670E89A3-EB51-475A-8BEC-35CA205DE44C}" type="sibTrans" cxnId="{883501C6-BE33-48E6-A0DA-12AE927F8A11}">
      <dgm:prSet/>
      <dgm:spPr/>
      <dgm:t>
        <a:bodyPr/>
        <a:lstStyle/>
        <a:p>
          <a:endParaRPr lang="en-US"/>
        </a:p>
      </dgm:t>
    </dgm:pt>
    <dgm:pt modelId="{6C9CA184-B730-40C7-B362-017007BDF15E}">
      <dgm:prSet/>
      <dgm:spPr/>
      <dgm:t>
        <a:bodyPr/>
        <a:lstStyle/>
        <a:p>
          <a:pPr>
            <a:defRPr cap="all"/>
          </a:pPr>
          <a:r>
            <a:rPr lang="en-US"/>
            <a:t>- Continuous quality</a:t>
          </a:r>
        </a:p>
      </dgm:t>
    </dgm:pt>
    <dgm:pt modelId="{AF6BEBE8-D0A6-4362-9D0F-EA41324F9142}" type="parTrans" cxnId="{1EC0F5A5-82AA-462F-9E5A-32029E649C19}">
      <dgm:prSet/>
      <dgm:spPr/>
      <dgm:t>
        <a:bodyPr/>
        <a:lstStyle/>
        <a:p>
          <a:endParaRPr lang="en-US"/>
        </a:p>
      </dgm:t>
    </dgm:pt>
    <dgm:pt modelId="{EAC90C63-CFD2-42DD-BADF-43AE768BDFE1}" type="sibTrans" cxnId="{1EC0F5A5-82AA-462F-9E5A-32029E649C19}">
      <dgm:prSet/>
      <dgm:spPr/>
      <dgm:t>
        <a:bodyPr/>
        <a:lstStyle/>
        <a:p>
          <a:endParaRPr lang="en-US"/>
        </a:p>
      </dgm:t>
    </dgm:pt>
    <dgm:pt modelId="{6867DE61-917F-4BD8-8CED-AF59CA8B2598}" type="pres">
      <dgm:prSet presAssocID="{10EAE135-0D16-44B3-8C2D-6BA5D2C5B213}" presName="root" presStyleCnt="0">
        <dgm:presLayoutVars>
          <dgm:dir/>
          <dgm:resizeHandles val="exact"/>
        </dgm:presLayoutVars>
      </dgm:prSet>
      <dgm:spPr/>
    </dgm:pt>
    <dgm:pt modelId="{5CCD4C0E-7962-4E93-A41B-746D223CC83C}" type="pres">
      <dgm:prSet presAssocID="{7694FC7E-88DB-413A-8BEC-E39DD8317163}" presName="compNode" presStyleCnt="0"/>
      <dgm:spPr/>
    </dgm:pt>
    <dgm:pt modelId="{293E1CD2-118E-4E32-9C3D-FFD000D20A01}" type="pres">
      <dgm:prSet presAssocID="{7694FC7E-88DB-413A-8BEC-E39DD8317163}" presName="iconBgRect" presStyleLbl="bgShp" presStyleIdx="0" presStyleCnt="4"/>
      <dgm:spPr/>
    </dgm:pt>
    <dgm:pt modelId="{48404220-8CBD-4013-9F01-FC851EA0C3D3}" type="pres">
      <dgm:prSet presAssocID="{7694FC7E-88DB-413A-8BEC-E39DD83171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FA44C5F-2038-467D-8D70-7707F04C57D3}" type="pres">
      <dgm:prSet presAssocID="{7694FC7E-88DB-413A-8BEC-E39DD8317163}" presName="spaceRect" presStyleCnt="0"/>
      <dgm:spPr/>
    </dgm:pt>
    <dgm:pt modelId="{07E3BBF3-6FDF-4739-AB11-14D2F66D2E16}" type="pres">
      <dgm:prSet presAssocID="{7694FC7E-88DB-413A-8BEC-E39DD8317163}" presName="textRect" presStyleLbl="revTx" presStyleIdx="0" presStyleCnt="4">
        <dgm:presLayoutVars>
          <dgm:chMax val="1"/>
          <dgm:chPref val="1"/>
        </dgm:presLayoutVars>
      </dgm:prSet>
      <dgm:spPr/>
    </dgm:pt>
    <dgm:pt modelId="{4B264F56-FACF-4512-A2DE-26A0B0018119}" type="pres">
      <dgm:prSet presAssocID="{3C774A7F-F3B6-421F-84CE-195AB033E34F}" presName="sibTrans" presStyleCnt="0"/>
      <dgm:spPr/>
    </dgm:pt>
    <dgm:pt modelId="{CA03C533-D839-4222-90AF-6DD791A39C45}" type="pres">
      <dgm:prSet presAssocID="{8E478BFC-DFBB-4099-B591-87DDA41D335E}" presName="compNode" presStyleCnt="0"/>
      <dgm:spPr/>
    </dgm:pt>
    <dgm:pt modelId="{0A14F774-7324-42B9-973E-F45D7B6869BB}" type="pres">
      <dgm:prSet presAssocID="{8E478BFC-DFBB-4099-B591-87DDA41D335E}" presName="iconBgRect" presStyleLbl="bgShp" presStyleIdx="1" presStyleCnt="4"/>
      <dgm:spPr/>
    </dgm:pt>
    <dgm:pt modelId="{63CE116F-7AD6-4F71-B529-D8DC1A242E22}" type="pres">
      <dgm:prSet presAssocID="{8E478BFC-DFBB-4099-B591-87DDA41D335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48821BB-F6F1-4240-BAFB-47D7F2EF0817}" type="pres">
      <dgm:prSet presAssocID="{8E478BFC-DFBB-4099-B591-87DDA41D335E}" presName="spaceRect" presStyleCnt="0"/>
      <dgm:spPr/>
    </dgm:pt>
    <dgm:pt modelId="{C4E47C2E-653C-477B-B917-9E72BCD9DA71}" type="pres">
      <dgm:prSet presAssocID="{8E478BFC-DFBB-4099-B591-87DDA41D335E}" presName="textRect" presStyleLbl="revTx" presStyleIdx="1" presStyleCnt="4">
        <dgm:presLayoutVars>
          <dgm:chMax val="1"/>
          <dgm:chPref val="1"/>
        </dgm:presLayoutVars>
      </dgm:prSet>
      <dgm:spPr/>
    </dgm:pt>
    <dgm:pt modelId="{20E1A58A-5AF6-4905-88A3-F324B747FA49}" type="pres">
      <dgm:prSet presAssocID="{14FD6268-9767-4766-88D6-DB9E454BE5A6}" presName="sibTrans" presStyleCnt="0"/>
      <dgm:spPr/>
    </dgm:pt>
    <dgm:pt modelId="{9A132814-A88D-4128-9B22-217D6C81A179}" type="pres">
      <dgm:prSet presAssocID="{497F4ABB-EF59-45CD-9173-C24B0A7A287A}" presName="compNode" presStyleCnt="0"/>
      <dgm:spPr/>
    </dgm:pt>
    <dgm:pt modelId="{EE64BAFC-E9EC-4AC6-B436-3B9AD7367727}" type="pres">
      <dgm:prSet presAssocID="{497F4ABB-EF59-45CD-9173-C24B0A7A287A}" presName="iconBgRect" presStyleLbl="bgShp" presStyleIdx="2" presStyleCnt="4"/>
      <dgm:spPr/>
    </dgm:pt>
    <dgm:pt modelId="{D1498D58-4B22-4028-9A6E-A204E5B71E23}" type="pres">
      <dgm:prSet presAssocID="{497F4ABB-EF59-45CD-9173-C24B0A7A287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A9F11883-6C35-4049-BA88-34B3245F6CC5}" type="pres">
      <dgm:prSet presAssocID="{497F4ABB-EF59-45CD-9173-C24B0A7A287A}" presName="spaceRect" presStyleCnt="0"/>
      <dgm:spPr/>
    </dgm:pt>
    <dgm:pt modelId="{15A3DBE0-EE48-4E35-B95A-BD57761F1D73}" type="pres">
      <dgm:prSet presAssocID="{497F4ABB-EF59-45CD-9173-C24B0A7A287A}" presName="textRect" presStyleLbl="revTx" presStyleIdx="2" presStyleCnt="4">
        <dgm:presLayoutVars>
          <dgm:chMax val="1"/>
          <dgm:chPref val="1"/>
        </dgm:presLayoutVars>
      </dgm:prSet>
      <dgm:spPr/>
    </dgm:pt>
    <dgm:pt modelId="{CD0F5391-B343-4AF9-8445-70538C5E78B6}" type="pres">
      <dgm:prSet presAssocID="{670E89A3-EB51-475A-8BEC-35CA205DE44C}" presName="sibTrans" presStyleCnt="0"/>
      <dgm:spPr/>
    </dgm:pt>
    <dgm:pt modelId="{04BD71F3-6FC6-49EA-AACA-A3EF11BC8E32}" type="pres">
      <dgm:prSet presAssocID="{6C9CA184-B730-40C7-B362-017007BDF15E}" presName="compNode" presStyleCnt="0"/>
      <dgm:spPr/>
    </dgm:pt>
    <dgm:pt modelId="{11C611DB-0935-411A-9D0F-4378EF39C5CE}" type="pres">
      <dgm:prSet presAssocID="{6C9CA184-B730-40C7-B362-017007BDF15E}" presName="iconBgRect" presStyleLbl="bgShp" presStyleIdx="3" presStyleCnt="4"/>
      <dgm:spPr/>
    </dgm:pt>
    <dgm:pt modelId="{2E73AFA2-0BAB-4514-A68B-CDEDDA1D697C}" type="pres">
      <dgm:prSet presAssocID="{6C9CA184-B730-40C7-B362-017007BDF1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72F528A3-245A-4597-93F6-D106C57B18D5}" type="pres">
      <dgm:prSet presAssocID="{6C9CA184-B730-40C7-B362-017007BDF15E}" presName="spaceRect" presStyleCnt="0"/>
      <dgm:spPr/>
    </dgm:pt>
    <dgm:pt modelId="{FB1671DC-83BD-4C46-9E3B-705CE432184F}" type="pres">
      <dgm:prSet presAssocID="{6C9CA184-B730-40C7-B362-017007BDF1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E8FB00-E818-4C8C-988D-7AA7FA28BFAF}" type="presOf" srcId="{10EAE135-0D16-44B3-8C2D-6BA5D2C5B213}" destId="{6867DE61-917F-4BD8-8CED-AF59CA8B2598}" srcOrd="0" destOrd="0" presId="urn:microsoft.com/office/officeart/2018/5/layout/IconCircleLabelList"/>
    <dgm:cxn modelId="{2C97A014-4FEE-433D-B934-7BAD77CE44DA}" type="presOf" srcId="{497F4ABB-EF59-45CD-9173-C24B0A7A287A}" destId="{15A3DBE0-EE48-4E35-B95A-BD57761F1D73}" srcOrd="0" destOrd="0" presId="urn:microsoft.com/office/officeart/2018/5/layout/IconCircleLabelList"/>
    <dgm:cxn modelId="{ECCEDA1D-4571-4533-AC3F-F0D32519C497}" srcId="{10EAE135-0D16-44B3-8C2D-6BA5D2C5B213}" destId="{8E478BFC-DFBB-4099-B591-87DDA41D335E}" srcOrd="1" destOrd="0" parTransId="{24279201-CE2B-4497-B640-EFC57D7C4E27}" sibTransId="{14FD6268-9767-4766-88D6-DB9E454BE5A6}"/>
    <dgm:cxn modelId="{D9733A74-A933-4F92-9D4A-4AD26D3990FE}" type="presOf" srcId="{6C9CA184-B730-40C7-B362-017007BDF15E}" destId="{FB1671DC-83BD-4C46-9E3B-705CE432184F}" srcOrd="0" destOrd="0" presId="urn:microsoft.com/office/officeart/2018/5/layout/IconCircleLabelList"/>
    <dgm:cxn modelId="{2384AA96-4FD9-4006-AE37-2DAA44972994}" srcId="{10EAE135-0D16-44B3-8C2D-6BA5D2C5B213}" destId="{7694FC7E-88DB-413A-8BEC-E39DD8317163}" srcOrd="0" destOrd="0" parTransId="{B93C2A03-E7C7-4C2E-85CA-D3304E0B7830}" sibTransId="{3C774A7F-F3B6-421F-84CE-195AB033E34F}"/>
    <dgm:cxn modelId="{2FBB949E-8363-4D91-BC94-E3DFDA5D4783}" type="presOf" srcId="{7694FC7E-88DB-413A-8BEC-E39DD8317163}" destId="{07E3BBF3-6FDF-4739-AB11-14D2F66D2E16}" srcOrd="0" destOrd="0" presId="urn:microsoft.com/office/officeart/2018/5/layout/IconCircleLabelList"/>
    <dgm:cxn modelId="{1EC0F5A5-82AA-462F-9E5A-32029E649C19}" srcId="{10EAE135-0D16-44B3-8C2D-6BA5D2C5B213}" destId="{6C9CA184-B730-40C7-B362-017007BDF15E}" srcOrd="3" destOrd="0" parTransId="{AF6BEBE8-D0A6-4362-9D0F-EA41324F9142}" sibTransId="{EAC90C63-CFD2-42DD-BADF-43AE768BDFE1}"/>
    <dgm:cxn modelId="{6DEDF4AD-888C-4A24-916F-37FAD018CD2E}" type="presOf" srcId="{8E478BFC-DFBB-4099-B591-87DDA41D335E}" destId="{C4E47C2E-653C-477B-B917-9E72BCD9DA71}" srcOrd="0" destOrd="0" presId="urn:microsoft.com/office/officeart/2018/5/layout/IconCircleLabelList"/>
    <dgm:cxn modelId="{883501C6-BE33-48E6-A0DA-12AE927F8A11}" srcId="{10EAE135-0D16-44B3-8C2D-6BA5D2C5B213}" destId="{497F4ABB-EF59-45CD-9173-C24B0A7A287A}" srcOrd="2" destOrd="0" parTransId="{AC92B787-0D8F-4084-81E1-621C7D3B4197}" sibTransId="{670E89A3-EB51-475A-8BEC-35CA205DE44C}"/>
    <dgm:cxn modelId="{D6FB0EE8-0EAC-4DAE-9146-AA7730BDAFF5}" type="presParOf" srcId="{6867DE61-917F-4BD8-8CED-AF59CA8B2598}" destId="{5CCD4C0E-7962-4E93-A41B-746D223CC83C}" srcOrd="0" destOrd="0" presId="urn:microsoft.com/office/officeart/2018/5/layout/IconCircleLabelList"/>
    <dgm:cxn modelId="{D6C4C2BC-C6F6-4AF9-80B0-AF4C1920DEA2}" type="presParOf" srcId="{5CCD4C0E-7962-4E93-A41B-746D223CC83C}" destId="{293E1CD2-118E-4E32-9C3D-FFD000D20A01}" srcOrd="0" destOrd="0" presId="urn:microsoft.com/office/officeart/2018/5/layout/IconCircleLabelList"/>
    <dgm:cxn modelId="{3328CAFA-F62A-4D49-BC7B-B739F41BDAC3}" type="presParOf" srcId="{5CCD4C0E-7962-4E93-A41B-746D223CC83C}" destId="{48404220-8CBD-4013-9F01-FC851EA0C3D3}" srcOrd="1" destOrd="0" presId="urn:microsoft.com/office/officeart/2018/5/layout/IconCircleLabelList"/>
    <dgm:cxn modelId="{F7E7FDBA-34C4-4F7A-A966-D20055117B72}" type="presParOf" srcId="{5CCD4C0E-7962-4E93-A41B-746D223CC83C}" destId="{4FA44C5F-2038-467D-8D70-7707F04C57D3}" srcOrd="2" destOrd="0" presId="urn:microsoft.com/office/officeart/2018/5/layout/IconCircleLabelList"/>
    <dgm:cxn modelId="{9DEB45FA-13B8-41D7-A3B1-029F9AB4A1A4}" type="presParOf" srcId="{5CCD4C0E-7962-4E93-A41B-746D223CC83C}" destId="{07E3BBF3-6FDF-4739-AB11-14D2F66D2E16}" srcOrd="3" destOrd="0" presId="urn:microsoft.com/office/officeart/2018/5/layout/IconCircleLabelList"/>
    <dgm:cxn modelId="{262CCB25-2272-4EA8-8900-47B4975AADEB}" type="presParOf" srcId="{6867DE61-917F-4BD8-8CED-AF59CA8B2598}" destId="{4B264F56-FACF-4512-A2DE-26A0B0018119}" srcOrd="1" destOrd="0" presId="urn:microsoft.com/office/officeart/2018/5/layout/IconCircleLabelList"/>
    <dgm:cxn modelId="{835E44ED-A42B-439B-A341-D898E0AC9854}" type="presParOf" srcId="{6867DE61-917F-4BD8-8CED-AF59CA8B2598}" destId="{CA03C533-D839-4222-90AF-6DD791A39C45}" srcOrd="2" destOrd="0" presId="urn:microsoft.com/office/officeart/2018/5/layout/IconCircleLabelList"/>
    <dgm:cxn modelId="{D4CA186F-8C75-4BAB-B3D2-BFFDD2FFF03F}" type="presParOf" srcId="{CA03C533-D839-4222-90AF-6DD791A39C45}" destId="{0A14F774-7324-42B9-973E-F45D7B6869BB}" srcOrd="0" destOrd="0" presId="urn:microsoft.com/office/officeart/2018/5/layout/IconCircleLabelList"/>
    <dgm:cxn modelId="{A3C9B95C-6CAF-4CB2-949A-2B29E876CCFC}" type="presParOf" srcId="{CA03C533-D839-4222-90AF-6DD791A39C45}" destId="{63CE116F-7AD6-4F71-B529-D8DC1A242E22}" srcOrd="1" destOrd="0" presId="urn:microsoft.com/office/officeart/2018/5/layout/IconCircleLabelList"/>
    <dgm:cxn modelId="{9F6D20FA-D23C-41ED-9E77-F37A8A11BD38}" type="presParOf" srcId="{CA03C533-D839-4222-90AF-6DD791A39C45}" destId="{448821BB-F6F1-4240-BAFB-47D7F2EF0817}" srcOrd="2" destOrd="0" presId="urn:microsoft.com/office/officeart/2018/5/layout/IconCircleLabelList"/>
    <dgm:cxn modelId="{C8351376-432F-4408-B75A-B43F438A7295}" type="presParOf" srcId="{CA03C533-D839-4222-90AF-6DD791A39C45}" destId="{C4E47C2E-653C-477B-B917-9E72BCD9DA71}" srcOrd="3" destOrd="0" presId="urn:microsoft.com/office/officeart/2018/5/layout/IconCircleLabelList"/>
    <dgm:cxn modelId="{DE443E37-2589-4BE1-AD81-43A04DE95F7F}" type="presParOf" srcId="{6867DE61-917F-4BD8-8CED-AF59CA8B2598}" destId="{20E1A58A-5AF6-4905-88A3-F324B747FA49}" srcOrd="3" destOrd="0" presId="urn:microsoft.com/office/officeart/2018/5/layout/IconCircleLabelList"/>
    <dgm:cxn modelId="{744C2B58-C9D8-4E54-9F02-E3B072844E48}" type="presParOf" srcId="{6867DE61-917F-4BD8-8CED-AF59CA8B2598}" destId="{9A132814-A88D-4128-9B22-217D6C81A179}" srcOrd="4" destOrd="0" presId="urn:microsoft.com/office/officeart/2018/5/layout/IconCircleLabelList"/>
    <dgm:cxn modelId="{C13DF5F2-AA45-4584-8468-88D024AF8A32}" type="presParOf" srcId="{9A132814-A88D-4128-9B22-217D6C81A179}" destId="{EE64BAFC-E9EC-4AC6-B436-3B9AD7367727}" srcOrd="0" destOrd="0" presId="urn:microsoft.com/office/officeart/2018/5/layout/IconCircleLabelList"/>
    <dgm:cxn modelId="{7C2B8D05-9B5A-4305-81C0-75D25C9F7CC3}" type="presParOf" srcId="{9A132814-A88D-4128-9B22-217D6C81A179}" destId="{D1498D58-4B22-4028-9A6E-A204E5B71E23}" srcOrd="1" destOrd="0" presId="urn:microsoft.com/office/officeart/2018/5/layout/IconCircleLabelList"/>
    <dgm:cxn modelId="{2699E786-3C61-4E30-B42D-303CEF0C8503}" type="presParOf" srcId="{9A132814-A88D-4128-9B22-217D6C81A179}" destId="{A9F11883-6C35-4049-BA88-34B3245F6CC5}" srcOrd="2" destOrd="0" presId="urn:microsoft.com/office/officeart/2018/5/layout/IconCircleLabelList"/>
    <dgm:cxn modelId="{3FAEE052-9662-4923-80B8-BC0C955463F3}" type="presParOf" srcId="{9A132814-A88D-4128-9B22-217D6C81A179}" destId="{15A3DBE0-EE48-4E35-B95A-BD57761F1D73}" srcOrd="3" destOrd="0" presId="urn:microsoft.com/office/officeart/2018/5/layout/IconCircleLabelList"/>
    <dgm:cxn modelId="{26DFCC5A-3DA0-4544-BFC7-4A649AFFBDFB}" type="presParOf" srcId="{6867DE61-917F-4BD8-8CED-AF59CA8B2598}" destId="{CD0F5391-B343-4AF9-8445-70538C5E78B6}" srcOrd="5" destOrd="0" presId="urn:microsoft.com/office/officeart/2018/5/layout/IconCircleLabelList"/>
    <dgm:cxn modelId="{C53FE336-4E48-4200-ADA6-50AF2FAB229F}" type="presParOf" srcId="{6867DE61-917F-4BD8-8CED-AF59CA8B2598}" destId="{04BD71F3-6FC6-49EA-AACA-A3EF11BC8E32}" srcOrd="6" destOrd="0" presId="urn:microsoft.com/office/officeart/2018/5/layout/IconCircleLabelList"/>
    <dgm:cxn modelId="{77D8BC42-B8DB-4258-826D-5DBD8590E135}" type="presParOf" srcId="{04BD71F3-6FC6-49EA-AACA-A3EF11BC8E32}" destId="{11C611DB-0935-411A-9D0F-4378EF39C5CE}" srcOrd="0" destOrd="0" presId="urn:microsoft.com/office/officeart/2018/5/layout/IconCircleLabelList"/>
    <dgm:cxn modelId="{74C8D46D-A712-4496-A4B4-AF1EC6BA7808}" type="presParOf" srcId="{04BD71F3-6FC6-49EA-AACA-A3EF11BC8E32}" destId="{2E73AFA2-0BAB-4514-A68B-CDEDDA1D697C}" srcOrd="1" destOrd="0" presId="urn:microsoft.com/office/officeart/2018/5/layout/IconCircleLabelList"/>
    <dgm:cxn modelId="{26D8627C-FD73-4F1E-AF1B-903863413C3A}" type="presParOf" srcId="{04BD71F3-6FC6-49EA-AACA-A3EF11BC8E32}" destId="{72F528A3-245A-4597-93F6-D106C57B18D5}" srcOrd="2" destOrd="0" presId="urn:microsoft.com/office/officeart/2018/5/layout/IconCircleLabelList"/>
    <dgm:cxn modelId="{8E3B70E8-6DEC-4979-B6C5-6A59FEBD5EEC}" type="presParOf" srcId="{04BD71F3-6FC6-49EA-AACA-A3EF11BC8E32}" destId="{FB1671DC-83BD-4C46-9E3B-705CE43218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02252C-A4C5-450D-BF82-4683D627D62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1F98B1B-384F-4158-96C7-5461A7016BFF}">
      <dgm:prSet/>
      <dgm:spPr/>
      <dgm:t>
        <a:bodyPr/>
        <a:lstStyle/>
        <a:p>
          <a:r>
            <a:rPr lang="en-US"/>
            <a:t>- Strong coding foundation</a:t>
          </a:r>
        </a:p>
      </dgm:t>
    </dgm:pt>
    <dgm:pt modelId="{F4342D0B-7940-4BBD-AE0C-012764E393E1}" type="parTrans" cxnId="{D5499AD4-9FB4-4C1F-B72B-DB451BA5079C}">
      <dgm:prSet/>
      <dgm:spPr/>
      <dgm:t>
        <a:bodyPr/>
        <a:lstStyle/>
        <a:p>
          <a:endParaRPr lang="en-US"/>
        </a:p>
      </dgm:t>
    </dgm:pt>
    <dgm:pt modelId="{E5BF5C99-75A6-47D7-9A14-4CEAF2D954C3}" type="sibTrans" cxnId="{D5499AD4-9FB4-4C1F-B72B-DB451BA5079C}">
      <dgm:prSet/>
      <dgm:spPr/>
      <dgm:t>
        <a:bodyPr/>
        <a:lstStyle/>
        <a:p>
          <a:endParaRPr lang="en-US"/>
        </a:p>
      </dgm:t>
    </dgm:pt>
    <dgm:pt modelId="{D33D3823-5E53-4955-B2C7-C10350B00B59}">
      <dgm:prSet/>
      <dgm:spPr/>
      <dgm:t>
        <a:bodyPr/>
        <a:lstStyle/>
        <a:p>
          <a:r>
            <a:rPr lang="en-US"/>
            <a:t>- AI &amp; LLM understanding</a:t>
          </a:r>
        </a:p>
      </dgm:t>
    </dgm:pt>
    <dgm:pt modelId="{45BC76E0-27DA-40C5-AEE7-88E9ED2EE8C3}" type="parTrans" cxnId="{738E50FD-D5DB-41B6-8E68-B2FB8BE303A4}">
      <dgm:prSet/>
      <dgm:spPr/>
      <dgm:t>
        <a:bodyPr/>
        <a:lstStyle/>
        <a:p>
          <a:endParaRPr lang="en-US"/>
        </a:p>
      </dgm:t>
    </dgm:pt>
    <dgm:pt modelId="{43CD83CC-8449-4182-8CC2-F61C0F53BBB0}" type="sibTrans" cxnId="{738E50FD-D5DB-41B6-8E68-B2FB8BE303A4}">
      <dgm:prSet/>
      <dgm:spPr/>
      <dgm:t>
        <a:bodyPr/>
        <a:lstStyle/>
        <a:p>
          <a:endParaRPr lang="en-US"/>
        </a:p>
      </dgm:t>
    </dgm:pt>
    <dgm:pt modelId="{B229D993-8E2A-432D-8DD7-B6D207CBCA7B}">
      <dgm:prSet/>
      <dgm:spPr/>
      <dgm:t>
        <a:bodyPr/>
        <a:lstStyle/>
        <a:p>
          <a:r>
            <a:rPr lang="en-US"/>
            <a:t>- Agent workflow orchestration</a:t>
          </a:r>
        </a:p>
      </dgm:t>
    </dgm:pt>
    <dgm:pt modelId="{53D0BE70-22B6-4FCB-B1EC-F222F0D7CDAD}" type="parTrans" cxnId="{7EEE7D98-1E1B-4F74-A45A-406E609C3CA7}">
      <dgm:prSet/>
      <dgm:spPr/>
      <dgm:t>
        <a:bodyPr/>
        <a:lstStyle/>
        <a:p>
          <a:endParaRPr lang="en-US"/>
        </a:p>
      </dgm:t>
    </dgm:pt>
    <dgm:pt modelId="{2E92691C-4ED9-45CC-BD61-545EB3D1D578}" type="sibTrans" cxnId="{7EEE7D98-1E1B-4F74-A45A-406E609C3CA7}">
      <dgm:prSet/>
      <dgm:spPr/>
      <dgm:t>
        <a:bodyPr/>
        <a:lstStyle/>
        <a:p>
          <a:endParaRPr lang="en-US"/>
        </a:p>
      </dgm:t>
    </dgm:pt>
    <dgm:pt modelId="{DCF57936-FEDF-499F-9A29-6EFE4D5710AC}">
      <dgm:prSet/>
      <dgm:spPr/>
      <dgm:t>
        <a:bodyPr/>
        <a:lstStyle/>
        <a:p>
          <a:r>
            <a:rPr lang="en-US"/>
            <a:t>- Quality strategy mindset</a:t>
          </a:r>
        </a:p>
      </dgm:t>
    </dgm:pt>
    <dgm:pt modelId="{B848D50D-103F-462D-8718-6751607DDB41}" type="parTrans" cxnId="{11CE3325-81A1-41FD-AB25-BE95B4C7D87C}">
      <dgm:prSet/>
      <dgm:spPr/>
      <dgm:t>
        <a:bodyPr/>
        <a:lstStyle/>
        <a:p>
          <a:endParaRPr lang="en-US"/>
        </a:p>
      </dgm:t>
    </dgm:pt>
    <dgm:pt modelId="{9C89FF6A-2591-44C4-AE16-4406705CCBD3}" type="sibTrans" cxnId="{11CE3325-81A1-41FD-AB25-BE95B4C7D87C}">
      <dgm:prSet/>
      <dgm:spPr/>
      <dgm:t>
        <a:bodyPr/>
        <a:lstStyle/>
        <a:p>
          <a:endParaRPr lang="en-US"/>
        </a:p>
      </dgm:t>
    </dgm:pt>
    <dgm:pt modelId="{7A4EB3DA-0D4D-48FA-9EAA-41EE6603EEB5}" type="pres">
      <dgm:prSet presAssocID="{D502252C-A4C5-450D-BF82-4683D627D62B}" presName="matrix" presStyleCnt="0">
        <dgm:presLayoutVars>
          <dgm:chMax val="1"/>
          <dgm:dir/>
          <dgm:resizeHandles val="exact"/>
        </dgm:presLayoutVars>
      </dgm:prSet>
      <dgm:spPr/>
    </dgm:pt>
    <dgm:pt modelId="{0A1E5C84-491F-4AF6-8B96-5FE610632633}" type="pres">
      <dgm:prSet presAssocID="{D502252C-A4C5-450D-BF82-4683D627D62B}" presName="diamond" presStyleLbl="bgShp" presStyleIdx="0" presStyleCnt="1"/>
      <dgm:spPr/>
    </dgm:pt>
    <dgm:pt modelId="{4D51E412-4F08-41B6-B7DE-88B97868252A}" type="pres">
      <dgm:prSet presAssocID="{D502252C-A4C5-450D-BF82-4683D627D62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6026437-681B-4A33-AF5C-924A31442E6F}" type="pres">
      <dgm:prSet presAssocID="{D502252C-A4C5-450D-BF82-4683D627D62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D9096A8-0088-4E44-B26B-3C637061B217}" type="pres">
      <dgm:prSet presAssocID="{D502252C-A4C5-450D-BF82-4683D627D62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C6E69E1-FEF7-4B43-AE7F-45C5EDBA583C}" type="pres">
      <dgm:prSet presAssocID="{D502252C-A4C5-450D-BF82-4683D627D62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1CE3325-81A1-41FD-AB25-BE95B4C7D87C}" srcId="{D502252C-A4C5-450D-BF82-4683D627D62B}" destId="{DCF57936-FEDF-499F-9A29-6EFE4D5710AC}" srcOrd="3" destOrd="0" parTransId="{B848D50D-103F-462D-8718-6751607DDB41}" sibTransId="{9C89FF6A-2591-44C4-AE16-4406705CCBD3}"/>
    <dgm:cxn modelId="{549DC560-E0E6-47A8-9D34-73F2D40A1E18}" type="presOf" srcId="{DCF57936-FEDF-499F-9A29-6EFE4D5710AC}" destId="{FC6E69E1-FEF7-4B43-AE7F-45C5EDBA583C}" srcOrd="0" destOrd="0" presId="urn:microsoft.com/office/officeart/2005/8/layout/matrix3"/>
    <dgm:cxn modelId="{E49D0E61-63FF-451C-89C7-6998DC784FF5}" type="presOf" srcId="{D502252C-A4C5-450D-BF82-4683D627D62B}" destId="{7A4EB3DA-0D4D-48FA-9EAA-41EE6603EEB5}" srcOrd="0" destOrd="0" presId="urn:microsoft.com/office/officeart/2005/8/layout/matrix3"/>
    <dgm:cxn modelId="{7EEE7D98-1E1B-4F74-A45A-406E609C3CA7}" srcId="{D502252C-A4C5-450D-BF82-4683D627D62B}" destId="{B229D993-8E2A-432D-8DD7-B6D207CBCA7B}" srcOrd="2" destOrd="0" parTransId="{53D0BE70-22B6-4FCB-B1EC-F222F0D7CDAD}" sibTransId="{2E92691C-4ED9-45CC-BD61-545EB3D1D578}"/>
    <dgm:cxn modelId="{E0214EC4-C721-4B41-9484-CB5EE161782C}" type="presOf" srcId="{D33D3823-5E53-4955-B2C7-C10350B00B59}" destId="{A6026437-681B-4A33-AF5C-924A31442E6F}" srcOrd="0" destOrd="0" presId="urn:microsoft.com/office/officeart/2005/8/layout/matrix3"/>
    <dgm:cxn modelId="{D16BD3C9-F5E7-4F65-9B28-7E7FD1FC14AD}" type="presOf" srcId="{A1F98B1B-384F-4158-96C7-5461A7016BFF}" destId="{4D51E412-4F08-41B6-B7DE-88B97868252A}" srcOrd="0" destOrd="0" presId="urn:microsoft.com/office/officeart/2005/8/layout/matrix3"/>
    <dgm:cxn modelId="{E00FF6C9-030C-4DEF-8A23-F1076E1FD535}" type="presOf" srcId="{B229D993-8E2A-432D-8DD7-B6D207CBCA7B}" destId="{CD9096A8-0088-4E44-B26B-3C637061B217}" srcOrd="0" destOrd="0" presId="urn:microsoft.com/office/officeart/2005/8/layout/matrix3"/>
    <dgm:cxn modelId="{D5499AD4-9FB4-4C1F-B72B-DB451BA5079C}" srcId="{D502252C-A4C5-450D-BF82-4683D627D62B}" destId="{A1F98B1B-384F-4158-96C7-5461A7016BFF}" srcOrd="0" destOrd="0" parTransId="{F4342D0B-7940-4BBD-AE0C-012764E393E1}" sibTransId="{E5BF5C99-75A6-47D7-9A14-4CEAF2D954C3}"/>
    <dgm:cxn modelId="{738E50FD-D5DB-41B6-8E68-B2FB8BE303A4}" srcId="{D502252C-A4C5-450D-BF82-4683D627D62B}" destId="{D33D3823-5E53-4955-B2C7-C10350B00B59}" srcOrd="1" destOrd="0" parTransId="{45BC76E0-27DA-40C5-AEE7-88E9ED2EE8C3}" sibTransId="{43CD83CC-8449-4182-8CC2-F61C0F53BBB0}"/>
    <dgm:cxn modelId="{66601644-1B19-4351-B173-45D24763B7F0}" type="presParOf" srcId="{7A4EB3DA-0D4D-48FA-9EAA-41EE6603EEB5}" destId="{0A1E5C84-491F-4AF6-8B96-5FE610632633}" srcOrd="0" destOrd="0" presId="urn:microsoft.com/office/officeart/2005/8/layout/matrix3"/>
    <dgm:cxn modelId="{A3E5D434-B9F6-4DE3-B7AC-903CFA577DD2}" type="presParOf" srcId="{7A4EB3DA-0D4D-48FA-9EAA-41EE6603EEB5}" destId="{4D51E412-4F08-41B6-B7DE-88B97868252A}" srcOrd="1" destOrd="0" presId="urn:microsoft.com/office/officeart/2005/8/layout/matrix3"/>
    <dgm:cxn modelId="{C3A4B12B-019A-4D79-9776-0667C2D2CAC4}" type="presParOf" srcId="{7A4EB3DA-0D4D-48FA-9EAA-41EE6603EEB5}" destId="{A6026437-681B-4A33-AF5C-924A31442E6F}" srcOrd="2" destOrd="0" presId="urn:microsoft.com/office/officeart/2005/8/layout/matrix3"/>
    <dgm:cxn modelId="{5E4C30D2-759C-4C80-9A73-552E29388E14}" type="presParOf" srcId="{7A4EB3DA-0D4D-48FA-9EAA-41EE6603EEB5}" destId="{CD9096A8-0088-4E44-B26B-3C637061B217}" srcOrd="3" destOrd="0" presId="urn:microsoft.com/office/officeart/2005/8/layout/matrix3"/>
    <dgm:cxn modelId="{CF4CBE73-5D23-49EF-B708-CA35D9011AA2}" type="presParOf" srcId="{7A4EB3DA-0D4D-48FA-9EAA-41EE6603EEB5}" destId="{FC6E69E1-FEF7-4B43-AE7F-45C5EDBA583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01DC6D-F063-4E32-BBE4-29FB428461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A9CB73-0DB6-481D-9B6F-D91BB234E7D3}">
      <dgm:prSet/>
      <dgm:spPr/>
      <dgm:t>
        <a:bodyPr/>
        <a:lstStyle/>
        <a:p>
          <a:r>
            <a:rPr lang="en-US"/>
            <a:t>- Autonomous test agents</a:t>
          </a:r>
        </a:p>
      </dgm:t>
    </dgm:pt>
    <dgm:pt modelId="{7883FF64-413F-494B-BADE-44E693C3ED45}" type="parTrans" cxnId="{E249086D-5D0A-48E8-9BEA-E74416295833}">
      <dgm:prSet/>
      <dgm:spPr/>
      <dgm:t>
        <a:bodyPr/>
        <a:lstStyle/>
        <a:p>
          <a:endParaRPr lang="en-US"/>
        </a:p>
      </dgm:t>
    </dgm:pt>
    <dgm:pt modelId="{E4279C1B-6EF9-4A55-83D9-B379EDEA5F87}" type="sibTrans" cxnId="{E249086D-5D0A-48E8-9BEA-E74416295833}">
      <dgm:prSet/>
      <dgm:spPr/>
      <dgm:t>
        <a:bodyPr/>
        <a:lstStyle/>
        <a:p>
          <a:endParaRPr lang="en-US"/>
        </a:p>
      </dgm:t>
    </dgm:pt>
    <dgm:pt modelId="{E4786673-4B43-4F5F-B695-F6AAC039958E}">
      <dgm:prSet/>
      <dgm:spPr/>
      <dgm:t>
        <a:bodyPr/>
        <a:lstStyle/>
        <a:p>
          <a:r>
            <a:rPr lang="en-US"/>
            <a:t>- Self-maintaining suites</a:t>
          </a:r>
        </a:p>
      </dgm:t>
    </dgm:pt>
    <dgm:pt modelId="{AC30945D-9219-430B-B834-09D3BF1E78D4}" type="parTrans" cxnId="{3DA39026-4B1A-46E9-B0EA-C4465F62148B}">
      <dgm:prSet/>
      <dgm:spPr/>
      <dgm:t>
        <a:bodyPr/>
        <a:lstStyle/>
        <a:p>
          <a:endParaRPr lang="en-US"/>
        </a:p>
      </dgm:t>
    </dgm:pt>
    <dgm:pt modelId="{6C8F7F5E-00B7-4E3B-A22B-4643D953E097}" type="sibTrans" cxnId="{3DA39026-4B1A-46E9-B0EA-C4465F62148B}">
      <dgm:prSet/>
      <dgm:spPr/>
      <dgm:t>
        <a:bodyPr/>
        <a:lstStyle/>
        <a:p>
          <a:endParaRPr lang="en-US"/>
        </a:p>
      </dgm:t>
    </dgm:pt>
    <dgm:pt modelId="{314329F2-942A-4193-A2D6-BC730B030154}">
      <dgm:prSet/>
      <dgm:spPr/>
      <dgm:t>
        <a:bodyPr/>
        <a:lstStyle/>
        <a:p>
          <a:r>
            <a:rPr lang="en-US"/>
            <a:t>- Exploratory AI testing</a:t>
          </a:r>
        </a:p>
      </dgm:t>
    </dgm:pt>
    <dgm:pt modelId="{B8A3A184-B47A-4BBA-9F19-090520B8D078}" type="parTrans" cxnId="{4B691AB1-9598-4E4A-8387-9542B7E081FF}">
      <dgm:prSet/>
      <dgm:spPr/>
      <dgm:t>
        <a:bodyPr/>
        <a:lstStyle/>
        <a:p>
          <a:endParaRPr lang="en-US"/>
        </a:p>
      </dgm:t>
    </dgm:pt>
    <dgm:pt modelId="{73110DFE-0F04-4F6F-9B4A-64CA0BD0A4CB}" type="sibTrans" cxnId="{4B691AB1-9598-4E4A-8387-9542B7E081FF}">
      <dgm:prSet/>
      <dgm:spPr/>
      <dgm:t>
        <a:bodyPr/>
        <a:lstStyle/>
        <a:p>
          <a:endParaRPr lang="en-US"/>
        </a:p>
      </dgm:t>
    </dgm:pt>
    <dgm:pt modelId="{E4329FAA-6A37-4A50-ACC5-DDF81E4A0BDE}">
      <dgm:prSet/>
      <dgm:spPr/>
      <dgm:t>
        <a:bodyPr/>
        <a:lstStyle/>
        <a:p>
          <a:r>
            <a:rPr lang="en-US"/>
            <a:t>- Production monitoring</a:t>
          </a:r>
        </a:p>
      </dgm:t>
    </dgm:pt>
    <dgm:pt modelId="{153DEEDE-F03F-4B21-9EA9-E1DBCC21C14D}" type="parTrans" cxnId="{6E428359-F5FE-4394-9A97-EBF0F30FCECF}">
      <dgm:prSet/>
      <dgm:spPr/>
      <dgm:t>
        <a:bodyPr/>
        <a:lstStyle/>
        <a:p>
          <a:endParaRPr lang="en-US"/>
        </a:p>
      </dgm:t>
    </dgm:pt>
    <dgm:pt modelId="{DF725921-7395-4BE3-826E-378D16E3F698}" type="sibTrans" cxnId="{6E428359-F5FE-4394-9A97-EBF0F30FCECF}">
      <dgm:prSet/>
      <dgm:spPr/>
      <dgm:t>
        <a:bodyPr/>
        <a:lstStyle/>
        <a:p>
          <a:endParaRPr lang="en-US"/>
        </a:p>
      </dgm:t>
    </dgm:pt>
    <dgm:pt modelId="{79CAA1B0-14F6-47DF-B45C-62ED2033C84D}" type="pres">
      <dgm:prSet presAssocID="{CE01DC6D-F063-4E32-BBE4-29FB42846109}" presName="linear" presStyleCnt="0">
        <dgm:presLayoutVars>
          <dgm:animLvl val="lvl"/>
          <dgm:resizeHandles val="exact"/>
        </dgm:presLayoutVars>
      </dgm:prSet>
      <dgm:spPr/>
    </dgm:pt>
    <dgm:pt modelId="{6854A9EA-3DD1-4F10-9594-90489E32FC85}" type="pres">
      <dgm:prSet presAssocID="{D6A9CB73-0DB6-481D-9B6F-D91BB234E7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A95FDC-F470-4085-A4FF-A0CBC0C718AB}" type="pres">
      <dgm:prSet presAssocID="{E4279C1B-6EF9-4A55-83D9-B379EDEA5F87}" presName="spacer" presStyleCnt="0"/>
      <dgm:spPr/>
    </dgm:pt>
    <dgm:pt modelId="{06F773FD-D7A4-4F02-89B7-D9AC3E4FEF9F}" type="pres">
      <dgm:prSet presAssocID="{E4786673-4B43-4F5F-B695-F6AAC03995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59F59C-89EA-4303-BF02-A16E2740E4D9}" type="pres">
      <dgm:prSet presAssocID="{6C8F7F5E-00B7-4E3B-A22B-4643D953E097}" presName="spacer" presStyleCnt="0"/>
      <dgm:spPr/>
    </dgm:pt>
    <dgm:pt modelId="{C2EAF333-09AC-4F7E-9C1C-71AF15C627DD}" type="pres">
      <dgm:prSet presAssocID="{314329F2-942A-4193-A2D6-BC730B0301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B2BAD6-54E7-4A02-9B2C-57EC258EBFF8}" type="pres">
      <dgm:prSet presAssocID="{73110DFE-0F04-4F6F-9B4A-64CA0BD0A4CB}" presName="spacer" presStyleCnt="0"/>
      <dgm:spPr/>
    </dgm:pt>
    <dgm:pt modelId="{B400C353-7EEB-4AEC-900A-2893D7B8973C}" type="pres">
      <dgm:prSet presAssocID="{E4329FAA-6A37-4A50-ACC5-DDF81E4A0B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3203614-9F8D-4A26-AE25-B729B7F3D79C}" type="presOf" srcId="{E4786673-4B43-4F5F-B695-F6AAC039958E}" destId="{06F773FD-D7A4-4F02-89B7-D9AC3E4FEF9F}" srcOrd="0" destOrd="0" presId="urn:microsoft.com/office/officeart/2005/8/layout/vList2"/>
    <dgm:cxn modelId="{3DA39026-4B1A-46E9-B0EA-C4465F62148B}" srcId="{CE01DC6D-F063-4E32-BBE4-29FB42846109}" destId="{E4786673-4B43-4F5F-B695-F6AAC039958E}" srcOrd="1" destOrd="0" parTransId="{AC30945D-9219-430B-B834-09D3BF1E78D4}" sibTransId="{6C8F7F5E-00B7-4E3B-A22B-4643D953E097}"/>
    <dgm:cxn modelId="{B11A5B6C-38C6-4D2B-92EC-3F2F6082AA8E}" type="presOf" srcId="{E4329FAA-6A37-4A50-ACC5-DDF81E4A0BDE}" destId="{B400C353-7EEB-4AEC-900A-2893D7B8973C}" srcOrd="0" destOrd="0" presId="urn:microsoft.com/office/officeart/2005/8/layout/vList2"/>
    <dgm:cxn modelId="{F1035D4C-7FB0-4B9B-84B9-966D856F1D0B}" type="presOf" srcId="{314329F2-942A-4193-A2D6-BC730B030154}" destId="{C2EAF333-09AC-4F7E-9C1C-71AF15C627DD}" srcOrd="0" destOrd="0" presId="urn:microsoft.com/office/officeart/2005/8/layout/vList2"/>
    <dgm:cxn modelId="{E249086D-5D0A-48E8-9BEA-E74416295833}" srcId="{CE01DC6D-F063-4E32-BBE4-29FB42846109}" destId="{D6A9CB73-0DB6-481D-9B6F-D91BB234E7D3}" srcOrd="0" destOrd="0" parTransId="{7883FF64-413F-494B-BADE-44E693C3ED45}" sibTransId="{E4279C1B-6EF9-4A55-83D9-B379EDEA5F87}"/>
    <dgm:cxn modelId="{4BF3B350-7F8C-460B-8134-96A85CC46D40}" type="presOf" srcId="{D6A9CB73-0DB6-481D-9B6F-D91BB234E7D3}" destId="{6854A9EA-3DD1-4F10-9594-90489E32FC85}" srcOrd="0" destOrd="0" presId="urn:microsoft.com/office/officeart/2005/8/layout/vList2"/>
    <dgm:cxn modelId="{2D33FF53-38BD-48C1-813C-20147C709D3F}" type="presOf" srcId="{CE01DC6D-F063-4E32-BBE4-29FB42846109}" destId="{79CAA1B0-14F6-47DF-B45C-62ED2033C84D}" srcOrd="0" destOrd="0" presId="urn:microsoft.com/office/officeart/2005/8/layout/vList2"/>
    <dgm:cxn modelId="{6E428359-F5FE-4394-9A97-EBF0F30FCECF}" srcId="{CE01DC6D-F063-4E32-BBE4-29FB42846109}" destId="{E4329FAA-6A37-4A50-ACC5-DDF81E4A0BDE}" srcOrd="3" destOrd="0" parTransId="{153DEEDE-F03F-4B21-9EA9-E1DBCC21C14D}" sibTransId="{DF725921-7395-4BE3-826E-378D16E3F698}"/>
    <dgm:cxn modelId="{4B691AB1-9598-4E4A-8387-9542B7E081FF}" srcId="{CE01DC6D-F063-4E32-BBE4-29FB42846109}" destId="{314329F2-942A-4193-A2D6-BC730B030154}" srcOrd="2" destOrd="0" parTransId="{B8A3A184-B47A-4BBA-9F19-090520B8D078}" sibTransId="{73110DFE-0F04-4F6F-9B4A-64CA0BD0A4CB}"/>
    <dgm:cxn modelId="{581B5E4E-E875-483D-8B4A-B1BE7F6AB9F3}" type="presParOf" srcId="{79CAA1B0-14F6-47DF-B45C-62ED2033C84D}" destId="{6854A9EA-3DD1-4F10-9594-90489E32FC85}" srcOrd="0" destOrd="0" presId="urn:microsoft.com/office/officeart/2005/8/layout/vList2"/>
    <dgm:cxn modelId="{AB3E9A0C-0CC1-47B1-946A-2370D407F05A}" type="presParOf" srcId="{79CAA1B0-14F6-47DF-B45C-62ED2033C84D}" destId="{5DA95FDC-F470-4085-A4FF-A0CBC0C718AB}" srcOrd="1" destOrd="0" presId="urn:microsoft.com/office/officeart/2005/8/layout/vList2"/>
    <dgm:cxn modelId="{772FE08A-7B21-4BAE-9F84-E699186CE27D}" type="presParOf" srcId="{79CAA1B0-14F6-47DF-B45C-62ED2033C84D}" destId="{06F773FD-D7A4-4F02-89B7-D9AC3E4FEF9F}" srcOrd="2" destOrd="0" presId="urn:microsoft.com/office/officeart/2005/8/layout/vList2"/>
    <dgm:cxn modelId="{E0DB774B-CD7A-4A5A-BC9F-EDC2DF8755B1}" type="presParOf" srcId="{79CAA1B0-14F6-47DF-B45C-62ED2033C84D}" destId="{0F59F59C-89EA-4303-BF02-A16E2740E4D9}" srcOrd="3" destOrd="0" presId="urn:microsoft.com/office/officeart/2005/8/layout/vList2"/>
    <dgm:cxn modelId="{62EE7232-63E1-43C8-99BF-4FD76D39DDA4}" type="presParOf" srcId="{79CAA1B0-14F6-47DF-B45C-62ED2033C84D}" destId="{C2EAF333-09AC-4F7E-9C1C-71AF15C627DD}" srcOrd="4" destOrd="0" presId="urn:microsoft.com/office/officeart/2005/8/layout/vList2"/>
    <dgm:cxn modelId="{BF8287EE-4DF3-43D7-8BE6-E5BD9ED15220}" type="presParOf" srcId="{79CAA1B0-14F6-47DF-B45C-62ED2033C84D}" destId="{67B2BAD6-54E7-4A02-9B2C-57EC258EBFF8}" srcOrd="5" destOrd="0" presId="urn:microsoft.com/office/officeart/2005/8/layout/vList2"/>
    <dgm:cxn modelId="{080EB541-6F10-480D-B96D-0850717756D5}" type="presParOf" srcId="{79CAA1B0-14F6-47DF-B45C-62ED2033C84D}" destId="{B400C353-7EEB-4AEC-900A-2893D7B897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977FDE-DC41-456C-8001-96CDBC5CD66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00C7B1-E23E-4405-889A-91F744128EB9}">
      <dgm:prSet/>
      <dgm:spPr/>
      <dgm:t>
        <a:bodyPr/>
        <a:lstStyle/>
        <a:p>
          <a:r>
            <a:rPr lang="en-US"/>
            <a:t>- Traditional tools + AI layer</a:t>
          </a:r>
        </a:p>
      </dgm:t>
    </dgm:pt>
    <dgm:pt modelId="{BCB8DBBB-35ED-4BB8-82AB-D6633213BE4A}" type="parTrans" cxnId="{60B41146-8E3A-472C-85D6-576D35CF9438}">
      <dgm:prSet/>
      <dgm:spPr/>
      <dgm:t>
        <a:bodyPr/>
        <a:lstStyle/>
        <a:p>
          <a:endParaRPr lang="en-US"/>
        </a:p>
      </dgm:t>
    </dgm:pt>
    <dgm:pt modelId="{9E5BBB84-7892-460C-953C-4B65CA989033}" type="sibTrans" cxnId="{60B41146-8E3A-472C-85D6-576D35CF9438}">
      <dgm:prSet/>
      <dgm:spPr/>
      <dgm:t>
        <a:bodyPr/>
        <a:lstStyle/>
        <a:p>
          <a:endParaRPr lang="en-US"/>
        </a:p>
      </dgm:t>
    </dgm:pt>
    <dgm:pt modelId="{49F6A9B0-6240-4E22-9A1F-F50115B5D40D}">
      <dgm:prSet/>
      <dgm:spPr/>
      <dgm:t>
        <a:bodyPr/>
        <a:lstStyle/>
        <a:p>
          <a:r>
            <a:rPr lang="en-US"/>
            <a:t>- Playwright with agents</a:t>
          </a:r>
        </a:p>
      </dgm:t>
    </dgm:pt>
    <dgm:pt modelId="{3A0400B7-4550-49D5-9935-E8139636D866}" type="parTrans" cxnId="{E75EE87F-3AA4-452F-8088-25AD660D81CD}">
      <dgm:prSet/>
      <dgm:spPr/>
      <dgm:t>
        <a:bodyPr/>
        <a:lstStyle/>
        <a:p>
          <a:endParaRPr lang="en-US"/>
        </a:p>
      </dgm:t>
    </dgm:pt>
    <dgm:pt modelId="{901409F3-FF99-4CFC-8DFF-4012ED28A6A1}" type="sibTrans" cxnId="{E75EE87F-3AA4-452F-8088-25AD660D81CD}">
      <dgm:prSet/>
      <dgm:spPr/>
      <dgm:t>
        <a:bodyPr/>
        <a:lstStyle/>
        <a:p>
          <a:endParaRPr lang="en-US"/>
        </a:p>
      </dgm:t>
    </dgm:pt>
    <dgm:pt modelId="{D052EA7E-5860-41CA-A0BA-844A65BC961E}">
      <dgm:prSet/>
      <dgm:spPr/>
      <dgm:t>
        <a:bodyPr/>
        <a:lstStyle/>
        <a:p>
          <a:r>
            <a:rPr lang="en-US"/>
            <a:t>- AI-driven Cypress</a:t>
          </a:r>
        </a:p>
      </dgm:t>
    </dgm:pt>
    <dgm:pt modelId="{037C22AA-AB28-4334-83A7-81623D0C1D4D}" type="parTrans" cxnId="{BF788B58-7E0C-4748-AE8A-BC59A00A92BC}">
      <dgm:prSet/>
      <dgm:spPr/>
      <dgm:t>
        <a:bodyPr/>
        <a:lstStyle/>
        <a:p>
          <a:endParaRPr lang="en-US"/>
        </a:p>
      </dgm:t>
    </dgm:pt>
    <dgm:pt modelId="{74DB118B-4A80-49A1-B4F4-259BE61A2908}" type="sibTrans" cxnId="{BF788B58-7E0C-4748-AE8A-BC59A00A92BC}">
      <dgm:prSet/>
      <dgm:spPr/>
      <dgm:t>
        <a:bodyPr/>
        <a:lstStyle/>
        <a:p>
          <a:endParaRPr lang="en-US"/>
        </a:p>
      </dgm:t>
    </dgm:pt>
    <dgm:pt modelId="{BDF81A5B-E619-47F6-B53A-7EA906ECD5BF}">
      <dgm:prSet/>
      <dgm:spPr/>
      <dgm:t>
        <a:bodyPr/>
        <a:lstStyle/>
        <a:p>
          <a:r>
            <a:rPr lang="en-US"/>
            <a:t>- Intelligent Selenium</a:t>
          </a:r>
        </a:p>
      </dgm:t>
    </dgm:pt>
    <dgm:pt modelId="{3865ED27-EDE5-483F-9CF7-6A977B483051}" type="parTrans" cxnId="{A3E58B09-8837-4818-B1D0-6AF954C7629F}">
      <dgm:prSet/>
      <dgm:spPr/>
      <dgm:t>
        <a:bodyPr/>
        <a:lstStyle/>
        <a:p>
          <a:endParaRPr lang="en-US"/>
        </a:p>
      </dgm:t>
    </dgm:pt>
    <dgm:pt modelId="{9A2F3606-B336-4B9B-8BB9-A4887FAA2BD9}" type="sibTrans" cxnId="{A3E58B09-8837-4818-B1D0-6AF954C7629F}">
      <dgm:prSet/>
      <dgm:spPr/>
      <dgm:t>
        <a:bodyPr/>
        <a:lstStyle/>
        <a:p>
          <a:endParaRPr lang="en-US"/>
        </a:p>
      </dgm:t>
    </dgm:pt>
    <dgm:pt modelId="{8481B95D-9471-4DD6-88B1-33ECAD6CCCE9}" type="pres">
      <dgm:prSet presAssocID="{37977FDE-DC41-456C-8001-96CDBC5CD661}" presName="linear" presStyleCnt="0">
        <dgm:presLayoutVars>
          <dgm:animLvl val="lvl"/>
          <dgm:resizeHandles val="exact"/>
        </dgm:presLayoutVars>
      </dgm:prSet>
      <dgm:spPr/>
    </dgm:pt>
    <dgm:pt modelId="{571AC8F8-667C-4A3D-AD6D-3D7643FB895F}" type="pres">
      <dgm:prSet presAssocID="{6700C7B1-E23E-4405-889A-91F744128E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4A37F3-50CF-4A5A-8D3D-049614ACA695}" type="pres">
      <dgm:prSet presAssocID="{9E5BBB84-7892-460C-953C-4B65CA989033}" presName="spacer" presStyleCnt="0"/>
      <dgm:spPr/>
    </dgm:pt>
    <dgm:pt modelId="{A8057D6A-F23E-4D62-9261-F9A2428BF26F}" type="pres">
      <dgm:prSet presAssocID="{49F6A9B0-6240-4E22-9A1F-F50115B5D4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A986E3-6064-458E-BC39-0F058F258811}" type="pres">
      <dgm:prSet presAssocID="{901409F3-FF99-4CFC-8DFF-4012ED28A6A1}" presName="spacer" presStyleCnt="0"/>
      <dgm:spPr/>
    </dgm:pt>
    <dgm:pt modelId="{522E13CD-DD19-4172-8F0F-09D17B2125BB}" type="pres">
      <dgm:prSet presAssocID="{D052EA7E-5860-41CA-A0BA-844A65BC96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51FF8E-352F-4192-A292-21E3E41313BD}" type="pres">
      <dgm:prSet presAssocID="{74DB118B-4A80-49A1-B4F4-259BE61A2908}" presName="spacer" presStyleCnt="0"/>
      <dgm:spPr/>
    </dgm:pt>
    <dgm:pt modelId="{1E475BB3-EA64-417F-969C-82B56423630F}" type="pres">
      <dgm:prSet presAssocID="{BDF81A5B-E619-47F6-B53A-7EA906ECD5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E58B09-8837-4818-B1D0-6AF954C7629F}" srcId="{37977FDE-DC41-456C-8001-96CDBC5CD661}" destId="{BDF81A5B-E619-47F6-B53A-7EA906ECD5BF}" srcOrd="3" destOrd="0" parTransId="{3865ED27-EDE5-483F-9CF7-6A977B483051}" sibTransId="{9A2F3606-B336-4B9B-8BB9-A4887FAA2BD9}"/>
    <dgm:cxn modelId="{9FC0BF32-FC73-43AF-B6A1-695F2D2E0157}" type="presOf" srcId="{6700C7B1-E23E-4405-889A-91F744128EB9}" destId="{571AC8F8-667C-4A3D-AD6D-3D7643FB895F}" srcOrd="0" destOrd="0" presId="urn:microsoft.com/office/officeart/2005/8/layout/vList2"/>
    <dgm:cxn modelId="{90B2445C-A402-4498-9229-263264BF6946}" type="presOf" srcId="{D052EA7E-5860-41CA-A0BA-844A65BC961E}" destId="{522E13CD-DD19-4172-8F0F-09D17B2125BB}" srcOrd="0" destOrd="0" presId="urn:microsoft.com/office/officeart/2005/8/layout/vList2"/>
    <dgm:cxn modelId="{60B41146-8E3A-472C-85D6-576D35CF9438}" srcId="{37977FDE-DC41-456C-8001-96CDBC5CD661}" destId="{6700C7B1-E23E-4405-889A-91F744128EB9}" srcOrd="0" destOrd="0" parTransId="{BCB8DBBB-35ED-4BB8-82AB-D6633213BE4A}" sibTransId="{9E5BBB84-7892-460C-953C-4B65CA989033}"/>
    <dgm:cxn modelId="{9B9B1646-BEC0-4E79-A4C7-6DD9749A0391}" type="presOf" srcId="{37977FDE-DC41-456C-8001-96CDBC5CD661}" destId="{8481B95D-9471-4DD6-88B1-33ECAD6CCCE9}" srcOrd="0" destOrd="0" presId="urn:microsoft.com/office/officeart/2005/8/layout/vList2"/>
    <dgm:cxn modelId="{2DB9C754-792C-47C6-A665-1244B8E0AD87}" type="presOf" srcId="{BDF81A5B-E619-47F6-B53A-7EA906ECD5BF}" destId="{1E475BB3-EA64-417F-969C-82B56423630F}" srcOrd="0" destOrd="0" presId="urn:microsoft.com/office/officeart/2005/8/layout/vList2"/>
    <dgm:cxn modelId="{BF788B58-7E0C-4748-AE8A-BC59A00A92BC}" srcId="{37977FDE-DC41-456C-8001-96CDBC5CD661}" destId="{D052EA7E-5860-41CA-A0BA-844A65BC961E}" srcOrd="2" destOrd="0" parTransId="{037C22AA-AB28-4334-83A7-81623D0C1D4D}" sibTransId="{74DB118B-4A80-49A1-B4F4-259BE61A2908}"/>
    <dgm:cxn modelId="{E75EE87F-3AA4-452F-8088-25AD660D81CD}" srcId="{37977FDE-DC41-456C-8001-96CDBC5CD661}" destId="{49F6A9B0-6240-4E22-9A1F-F50115B5D40D}" srcOrd="1" destOrd="0" parTransId="{3A0400B7-4550-49D5-9935-E8139636D866}" sibTransId="{901409F3-FF99-4CFC-8DFF-4012ED28A6A1}"/>
    <dgm:cxn modelId="{9E24AEC6-2839-47C8-9A4C-E03DE265C03A}" type="presOf" srcId="{49F6A9B0-6240-4E22-9A1F-F50115B5D40D}" destId="{A8057D6A-F23E-4D62-9261-F9A2428BF26F}" srcOrd="0" destOrd="0" presId="urn:microsoft.com/office/officeart/2005/8/layout/vList2"/>
    <dgm:cxn modelId="{024CDCC6-A40B-4E9B-A6E0-3182F4CAD886}" type="presParOf" srcId="{8481B95D-9471-4DD6-88B1-33ECAD6CCCE9}" destId="{571AC8F8-667C-4A3D-AD6D-3D7643FB895F}" srcOrd="0" destOrd="0" presId="urn:microsoft.com/office/officeart/2005/8/layout/vList2"/>
    <dgm:cxn modelId="{69BC7558-A6A6-43E1-A6BC-2F41643844EC}" type="presParOf" srcId="{8481B95D-9471-4DD6-88B1-33ECAD6CCCE9}" destId="{124A37F3-50CF-4A5A-8D3D-049614ACA695}" srcOrd="1" destOrd="0" presId="urn:microsoft.com/office/officeart/2005/8/layout/vList2"/>
    <dgm:cxn modelId="{C72EC6BE-391E-4570-87ED-6BC0DF74DB6A}" type="presParOf" srcId="{8481B95D-9471-4DD6-88B1-33ECAD6CCCE9}" destId="{A8057D6A-F23E-4D62-9261-F9A2428BF26F}" srcOrd="2" destOrd="0" presId="urn:microsoft.com/office/officeart/2005/8/layout/vList2"/>
    <dgm:cxn modelId="{DDDC41E1-AD3F-454B-B80D-C43D31337A1D}" type="presParOf" srcId="{8481B95D-9471-4DD6-88B1-33ECAD6CCCE9}" destId="{DDA986E3-6064-458E-BC39-0F058F258811}" srcOrd="3" destOrd="0" presId="urn:microsoft.com/office/officeart/2005/8/layout/vList2"/>
    <dgm:cxn modelId="{97064970-F034-4669-9FA5-1B5BEBCC9D29}" type="presParOf" srcId="{8481B95D-9471-4DD6-88B1-33ECAD6CCCE9}" destId="{522E13CD-DD19-4172-8F0F-09D17B2125BB}" srcOrd="4" destOrd="0" presId="urn:microsoft.com/office/officeart/2005/8/layout/vList2"/>
    <dgm:cxn modelId="{ACBF6BA7-3DB0-4FA8-BF6F-CEA3702453EC}" type="presParOf" srcId="{8481B95D-9471-4DD6-88B1-33ECAD6CCCE9}" destId="{FD51FF8E-352F-4192-A292-21E3E41313BD}" srcOrd="5" destOrd="0" presId="urn:microsoft.com/office/officeart/2005/8/layout/vList2"/>
    <dgm:cxn modelId="{D02F4961-5CB4-48CB-980F-E16EF41E3DB0}" type="presParOf" srcId="{8481B95D-9471-4DD6-88B1-33ECAD6CCCE9}" destId="{1E475BB3-EA64-417F-969C-82B5642363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1FB7F86-322A-4B70-ACC7-718F640005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0D05AC-BBDE-4D1C-BEEE-0A7DF705F8D9}">
      <dgm:prSet/>
      <dgm:spPr/>
      <dgm:t>
        <a:bodyPr/>
        <a:lstStyle/>
        <a:p>
          <a:r>
            <a:rPr lang="en-US"/>
            <a:t>- Design quality systems</a:t>
          </a:r>
        </a:p>
      </dgm:t>
    </dgm:pt>
    <dgm:pt modelId="{638E5E41-FCA6-4EEB-B7E5-CDD6D0DA0ACD}" type="parTrans" cxnId="{B57D8681-7D1B-4848-9370-EB16E36B535F}">
      <dgm:prSet/>
      <dgm:spPr/>
      <dgm:t>
        <a:bodyPr/>
        <a:lstStyle/>
        <a:p>
          <a:endParaRPr lang="en-US"/>
        </a:p>
      </dgm:t>
    </dgm:pt>
    <dgm:pt modelId="{A4114E1A-4D33-4C0F-8B63-D031843F7845}" type="sibTrans" cxnId="{B57D8681-7D1B-4848-9370-EB16E36B535F}">
      <dgm:prSet/>
      <dgm:spPr/>
      <dgm:t>
        <a:bodyPr/>
        <a:lstStyle/>
        <a:p>
          <a:endParaRPr lang="en-US"/>
        </a:p>
      </dgm:t>
    </dgm:pt>
    <dgm:pt modelId="{91961402-41D9-4018-9FAF-FD390F4A6D1D}">
      <dgm:prSet/>
      <dgm:spPr/>
      <dgm:t>
        <a:bodyPr/>
        <a:lstStyle/>
        <a:p>
          <a:r>
            <a:rPr lang="en-US"/>
            <a:t>- Guide AI agents</a:t>
          </a:r>
        </a:p>
      </dgm:t>
    </dgm:pt>
    <dgm:pt modelId="{7FC06F8A-E569-4B61-A9DC-100E18743C00}" type="parTrans" cxnId="{05913057-6173-42B8-A43A-A10F6FC2EB00}">
      <dgm:prSet/>
      <dgm:spPr/>
      <dgm:t>
        <a:bodyPr/>
        <a:lstStyle/>
        <a:p>
          <a:endParaRPr lang="en-US"/>
        </a:p>
      </dgm:t>
    </dgm:pt>
    <dgm:pt modelId="{3F709E39-5CC1-493C-86B4-F9895E9F39EA}" type="sibTrans" cxnId="{05913057-6173-42B8-A43A-A10F6FC2EB00}">
      <dgm:prSet/>
      <dgm:spPr/>
      <dgm:t>
        <a:bodyPr/>
        <a:lstStyle/>
        <a:p>
          <a:endParaRPr lang="en-US"/>
        </a:p>
      </dgm:t>
    </dgm:pt>
    <dgm:pt modelId="{6F44953D-EBA4-4168-A7D4-5D3B8E5CCA92}">
      <dgm:prSet/>
      <dgm:spPr/>
      <dgm:t>
        <a:bodyPr/>
        <a:lstStyle/>
        <a:p>
          <a:r>
            <a:rPr lang="en-US"/>
            <a:t>- Validate AI output</a:t>
          </a:r>
        </a:p>
      </dgm:t>
    </dgm:pt>
    <dgm:pt modelId="{592493CE-54F2-462C-A28C-AA36653B5041}" type="parTrans" cxnId="{C7871C3A-591C-4DC4-B4CC-209972B561C4}">
      <dgm:prSet/>
      <dgm:spPr/>
      <dgm:t>
        <a:bodyPr/>
        <a:lstStyle/>
        <a:p>
          <a:endParaRPr lang="en-US"/>
        </a:p>
      </dgm:t>
    </dgm:pt>
    <dgm:pt modelId="{CA591BB0-416E-425E-BC8F-0E627F4FF431}" type="sibTrans" cxnId="{C7871C3A-591C-4DC4-B4CC-209972B561C4}">
      <dgm:prSet/>
      <dgm:spPr/>
      <dgm:t>
        <a:bodyPr/>
        <a:lstStyle/>
        <a:p>
          <a:endParaRPr lang="en-US"/>
        </a:p>
      </dgm:t>
    </dgm:pt>
    <dgm:pt modelId="{D0205652-6750-44EC-91D4-18E7F20DB00D}">
      <dgm:prSet/>
      <dgm:spPr/>
      <dgm:t>
        <a:bodyPr/>
        <a:lstStyle/>
        <a:p>
          <a:r>
            <a:rPr lang="en-US"/>
            <a:t>- Risk-based testing</a:t>
          </a:r>
        </a:p>
      </dgm:t>
    </dgm:pt>
    <dgm:pt modelId="{5F363EE5-7090-48DD-9DB5-0EAD76F1381D}" type="parTrans" cxnId="{D218D45A-33E6-4938-9B61-5863A1923AF7}">
      <dgm:prSet/>
      <dgm:spPr/>
      <dgm:t>
        <a:bodyPr/>
        <a:lstStyle/>
        <a:p>
          <a:endParaRPr lang="en-US"/>
        </a:p>
      </dgm:t>
    </dgm:pt>
    <dgm:pt modelId="{8076E9CC-753B-4F2B-B2CB-5C4561E4B899}" type="sibTrans" cxnId="{D218D45A-33E6-4938-9B61-5863A1923AF7}">
      <dgm:prSet/>
      <dgm:spPr/>
      <dgm:t>
        <a:bodyPr/>
        <a:lstStyle/>
        <a:p>
          <a:endParaRPr lang="en-US"/>
        </a:p>
      </dgm:t>
    </dgm:pt>
    <dgm:pt modelId="{670977A5-D39E-49BE-B17A-C530173EBAD3}" type="pres">
      <dgm:prSet presAssocID="{F1FB7F86-322A-4B70-ACC7-718F640005CB}" presName="linear" presStyleCnt="0">
        <dgm:presLayoutVars>
          <dgm:animLvl val="lvl"/>
          <dgm:resizeHandles val="exact"/>
        </dgm:presLayoutVars>
      </dgm:prSet>
      <dgm:spPr/>
    </dgm:pt>
    <dgm:pt modelId="{599658D4-D4F4-4302-8ED3-A54962EA6A4A}" type="pres">
      <dgm:prSet presAssocID="{260D05AC-BBDE-4D1C-BEEE-0A7DF705F8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1D2E339-4E42-4740-8B56-BA92B8DFA83B}" type="pres">
      <dgm:prSet presAssocID="{A4114E1A-4D33-4C0F-8B63-D031843F7845}" presName="spacer" presStyleCnt="0"/>
      <dgm:spPr/>
    </dgm:pt>
    <dgm:pt modelId="{87707689-EE75-4423-B005-20CB6C303AA5}" type="pres">
      <dgm:prSet presAssocID="{91961402-41D9-4018-9FAF-FD390F4A6D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CE77C3-F830-41AB-A62E-9F3A13E952D4}" type="pres">
      <dgm:prSet presAssocID="{3F709E39-5CC1-493C-86B4-F9895E9F39EA}" presName="spacer" presStyleCnt="0"/>
      <dgm:spPr/>
    </dgm:pt>
    <dgm:pt modelId="{6FC43AC0-4045-449A-8A26-34EEF8ED18BF}" type="pres">
      <dgm:prSet presAssocID="{6F44953D-EBA4-4168-A7D4-5D3B8E5CCA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034985-F19E-4ECC-9579-E5946111199F}" type="pres">
      <dgm:prSet presAssocID="{CA591BB0-416E-425E-BC8F-0E627F4FF431}" presName="spacer" presStyleCnt="0"/>
      <dgm:spPr/>
    </dgm:pt>
    <dgm:pt modelId="{8EF5C3E4-DD46-4C25-BC16-2829053C6BE7}" type="pres">
      <dgm:prSet presAssocID="{D0205652-6750-44EC-91D4-18E7F20DB0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336110D-A817-49F2-AA16-77C6CD5E0156}" type="presOf" srcId="{F1FB7F86-322A-4B70-ACC7-718F640005CB}" destId="{670977A5-D39E-49BE-B17A-C530173EBAD3}" srcOrd="0" destOrd="0" presId="urn:microsoft.com/office/officeart/2005/8/layout/vList2"/>
    <dgm:cxn modelId="{B77BA327-04D5-4AB3-ADA5-367B7F881A3A}" type="presOf" srcId="{260D05AC-BBDE-4D1C-BEEE-0A7DF705F8D9}" destId="{599658D4-D4F4-4302-8ED3-A54962EA6A4A}" srcOrd="0" destOrd="0" presId="urn:microsoft.com/office/officeart/2005/8/layout/vList2"/>
    <dgm:cxn modelId="{C7871C3A-591C-4DC4-B4CC-209972B561C4}" srcId="{F1FB7F86-322A-4B70-ACC7-718F640005CB}" destId="{6F44953D-EBA4-4168-A7D4-5D3B8E5CCA92}" srcOrd="2" destOrd="0" parTransId="{592493CE-54F2-462C-A28C-AA36653B5041}" sibTransId="{CA591BB0-416E-425E-BC8F-0E627F4FF431}"/>
    <dgm:cxn modelId="{EAC08B66-0DCD-4074-9C84-80633DCAF09D}" type="presOf" srcId="{D0205652-6750-44EC-91D4-18E7F20DB00D}" destId="{8EF5C3E4-DD46-4C25-BC16-2829053C6BE7}" srcOrd="0" destOrd="0" presId="urn:microsoft.com/office/officeart/2005/8/layout/vList2"/>
    <dgm:cxn modelId="{05913057-6173-42B8-A43A-A10F6FC2EB00}" srcId="{F1FB7F86-322A-4B70-ACC7-718F640005CB}" destId="{91961402-41D9-4018-9FAF-FD390F4A6D1D}" srcOrd="1" destOrd="0" parTransId="{7FC06F8A-E569-4B61-A9DC-100E18743C00}" sibTransId="{3F709E39-5CC1-493C-86B4-F9895E9F39EA}"/>
    <dgm:cxn modelId="{D218D45A-33E6-4938-9B61-5863A1923AF7}" srcId="{F1FB7F86-322A-4B70-ACC7-718F640005CB}" destId="{D0205652-6750-44EC-91D4-18E7F20DB00D}" srcOrd="3" destOrd="0" parTransId="{5F363EE5-7090-48DD-9DB5-0EAD76F1381D}" sibTransId="{8076E9CC-753B-4F2B-B2CB-5C4561E4B899}"/>
    <dgm:cxn modelId="{B57D8681-7D1B-4848-9370-EB16E36B535F}" srcId="{F1FB7F86-322A-4B70-ACC7-718F640005CB}" destId="{260D05AC-BBDE-4D1C-BEEE-0A7DF705F8D9}" srcOrd="0" destOrd="0" parTransId="{638E5E41-FCA6-4EEB-B7E5-CDD6D0DA0ACD}" sibTransId="{A4114E1A-4D33-4C0F-8B63-D031843F7845}"/>
    <dgm:cxn modelId="{9A6E3EA3-22B7-438D-9118-83E49514BDDA}" type="presOf" srcId="{6F44953D-EBA4-4168-A7D4-5D3B8E5CCA92}" destId="{6FC43AC0-4045-449A-8A26-34EEF8ED18BF}" srcOrd="0" destOrd="0" presId="urn:microsoft.com/office/officeart/2005/8/layout/vList2"/>
    <dgm:cxn modelId="{00CA59F6-EA16-425C-BCE9-8A02B92B14B5}" type="presOf" srcId="{91961402-41D9-4018-9FAF-FD390F4A6D1D}" destId="{87707689-EE75-4423-B005-20CB6C303AA5}" srcOrd="0" destOrd="0" presId="urn:microsoft.com/office/officeart/2005/8/layout/vList2"/>
    <dgm:cxn modelId="{00248757-41BB-415E-AB48-81FE7FF89C49}" type="presParOf" srcId="{670977A5-D39E-49BE-B17A-C530173EBAD3}" destId="{599658D4-D4F4-4302-8ED3-A54962EA6A4A}" srcOrd="0" destOrd="0" presId="urn:microsoft.com/office/officeart/2005/8/layout/vList2"/>
    <dgm:cxn modelId="{95BE4596-37A0-4BF8-A283-795B4EE0276B}" type="presParOf" srcId="{670977A5-D39E-49BE-B17A-C530173EBAD3}" destId="{E1D2E339-4E42-4740-8B56-BA92B8DFA83B}" srcOrd="1" destOrd="0" presId="urn:microsoft.com/office/officeart/2005/8/layout/vList2"/>
    <dgm:cxn modelId="{9057D67C-0C7F-40C7-BBAF-121424EFDB08}" type="presParOf" srcId="{670977A5-D39E-49BE-B17A-C530173EBAD3}" destId="{87707689-EE75-4423-B005-20CB6C303AA5}" srcOrd="2" destOrd="0" presId="urn:microsoft.com/office/officeart/2005/8/layout/vList2"/>
    <dgm:cxn modelId="{F8442750-D034-4162-96B6-EFBFFFAA1EE4}" type="presParOf" srcId="{670977A5-D39E-49BE-B17A-C530173EBAD3}" destId="{D1CE77C3-F830-41AB-A62E-9F3A13E952D4}" srcOrd="3" destOrd="0" presId="urn:microsoft.com/office/officeart/2005/8/layout/vList2"/>
    <dgm:cxn modelId="{3607E434-D3C5-497C-8019-13D4D7BF9231}" type="presParOf" srcId="{670977A5-D39E-49BE-B17A-C530173EBAD3}" destId="{6FC43AC0-4045-449A-8A26-34EEF8ED18BF}" srcOrd="4" destOrd="0" presId="urn:microsoft.com/office/officeart/2005/8/layout/vList2"/>
    <dgm:cxn modelId="{62C06160-24DD-44FE-8719-B7C271ABEE73}" type="presParOf" srcId="{670977A5-D39E-49BE-B17A-C530173EBAD3}" destId="{81034985-F19E-4ECC-9579-E5946111199F}" srcOrd="5" destOrd="0" presId="urn:microsoft.com/office/officeart/2005/8/layout/vList2"/>
    <dgm:cxn modelId="{5F1C5E2E-EBA3-441C-80C9-1F03A3459B6C}" type="presParOf" srcId="{670977A5-D39E-49BE-B17A-C530173EBAD3}" destId="{8EF5C3E4-DD46-4C25-BC16-2829053C6B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733F55-CB66-4B63-8251-66FAF918F6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D74418-FCD4-41E4-8CD5-81C38A450C6A}">
      <dgm:prSet/>
      <dgm:spPr/>
      <dgm:t>
        <a:bodyPr/>
        <a:lstStyle/>
        <a:p>
          <a:r>
            <a:rPr lang="en-US"/>
            <a:t>- Human judgment</a:t>
          </a:r>
        </a:p>
      </dgm:t>
    </dgm:pt>
    <dgm:pt modelId="{25204CE8-8D72-4C59-9D5A-C05CCC52EFC4}" type="parTrans" cxnId="{26849930-AF68-4D7A-B0BA-2AAD58869D10}">
      <dgm:prSet/>
      <dgm:spPr/>
      <dgm:t>
        <a:bodyPr/>
        <a:lstStyle/>
        <a:p>
          <a:endParaRPr lang="en-US"/>
        </a:p>
      </dgm:t>
    </dgm:pt>
    <dgm:pt modelId="{EEED5B22-FD0F-4BB9-9B7A-308C822126D7}" type="sibTrans" cxnId="{26849930-AF68-4D7A-B0BA-2AAD58869D10}">
      <dgm:prSet/>
      <dgm:spPr/>
      <dgm:t>
        <a:bodyPr/>
        <a:lstStyle/>
        <a:p>
          <a:endParaRPr lang="en-US"/>
        </a:p>
      </dgm:t>
    </dgm:pt>
    <dgm:pt modelId="{07E90498-B2EB-47B8-B03B-93A6BF272DD6}">
      <dgm:prSet/>
      <dgm:spPr/>
      <dgm:t>
        <a:bodyPr/>
        <a:lstStyle/>
        <a:p>
          <a:r>
            <a:rPr lang="en-US"/>
            <a:t>- Business context</a:t>
          </a:r>
        </a:p>
      </dgm:t>
    </dgm:pt>
    <dgm:pt modelId="{DAE873B2-7DD0-4B2D-B5E4-F0D45D7E269E}" type="parTrans" cxnId="{95579EA4-67A1-44B3-A24E-CBB531FF562C}">
      <dgm:prSet/>
      <dgm:spPr/>
      <dgm:t>
        <a:bodyPr/>
        <a:lstStyle/>
        <a:p>
          <a:endParaRPr lang="en-US"/>
        </a:p>
      </dgm:t>
    </dgm:pt>
    <dgm:pt modelId="{93917514-EAA9-4349-9E15-7739BF1647EC}" type="sibTrans" cxnId="{95579EA4-67A1-44B3-A24E-CBB531FF562C}">
      <dgm:prSet/>
      <dgm:spPr/>
      <dgm:t>
        <a:bodyPr/>
        <a:lstStyle/>
        <a:p>
          <a:endParaRPr lang="en-US"/>
        </a:p>
      </dgm:t>
    </dgm:pt>
    <dgm:pt modelId="{62E8B3B4-213A-4AA2-AD2F-4DB87DF2E136}">
      <dgm:prSet/>
      <dgm:spPr/>
      <dgm:t>
        <a:bodyPr/>
        <a:lstStyle/>
        <a:p>
          <a:r>
            <a:rPr lang="en-US"/>
            <a:t>- Ethics &amp; UX</a:t>
          </a:r>
        </a:p>
      </dgm:t>
    </dgm:pt>
    <dgm:pt modelId="{38E45F5B-E94F-405A-970B-19699E01C08D}" type="parTrans" cxnId="{EF241EDA-7116-4990-8CAD-50A601AC7EDA}">
      <dgm:prSet/>
      <dgm:spPr/>
      <dgm:t>
        <a:bodyPr/>
        <a:lstStyle/>
        <a:p>
          <a:endParaRPr lang="en-US"/>
        </a:p>
      </dgm:t>
    </dgm:pt>
    <dgm:pt modelId="{60AD6780-FAAE-454C-A057-180161CBD842}" type="sibTrans" cxnId="{EF241EDA-7116-4990-8CAD-50A601AC7EDA}">
      <dgm:prSet/>
      <dgm:spPr/>
      <dgm:t>
        <a:bodyPr/>
        <a:lstStyle/>
        <a:p>
          <a:endParaRPr lang="en-US"/>
        </a:p>
      </dgm:t>
    </dgm:pt>
    <dgm:pt modelId="{B2EC7219-24CE-42A9-A46E-7DF7C2E7B16B}">
      <dgm:prSet/>
      <dgm:spPr/>
      <dgm:t>
        <a:bodyPr/>
        <a:lstStyle/>
        <a:p>
          <a:r>
            <a:rPr lang="en-US"/>
            <a:t>- Strategic thinking</a:t>
          </a:r>
        </a:p>
      </dgm:t>
    </dgm:pt>
    <dgm:pt modelId="{DB50BA8C-534B-4AE1-B1AB-A3A73FA9E270}" type="parTrans" cxnId="{9B118CD1-5531-4A29-A07A-4C43F358AEA7}">
      <dgm:prSet/>
      <dgm:spPr/>
      <dgm:t>
        <a:bodyPr/>
        <a:lstStyle/>
        <a:p>
          <a:endParaRPr lang="en-US"/>
        </a:p>
      </dgm:t>
    </dgm:pt>
    <dgm:pt modelId="{E8547E51-BE0F-44B3-A5C7-8F2813F92070}" type="sibTrans" cxnId="{9B118CD1-5531-4A29-A07A-4C43F358AEA7}">
      <dgm:prSet/>
      <dgm:spPr/>
      <dgm:t>
        <a:bodyPr/>
        <a:lstStyle/>
        <a:p>
          <a:endParaRPr lang="en-US"/>
        </a:p>
      </dgm:t>
    </dgm:pt>
    <dgm:pt modelId="{F3EC866F-CB16-4428-B42C-F49B62507B5C}" type="pres">
      <dgm:prSet presAssocID="{07733F55-CB66-4B63-8251-66FAF918F6BB}" presName="linear" presStyleCnt="0">
        <dgm:presLayoutVars>
          <dgm:animLvl val="lvl"/>
          <dgm:resizeHandles val="exact"/>
        </dgm:presLayoutVars>
      </dgm:prSet>
      <dgm:spPr/>
    </dgm:pt>
    <dgm:pt modelId="{07997703-88F7-4191-95DD-A81A775B790D}" type="pres">
      <dgm:prSet presAssocID="{90D74418-FCD4-41E4-8CD5-81C38A450C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1C65CB-904D-4288-9D49-06DB8E66E46B}" type="pres">
      <dgm:prSet presAssocID="{EEED5B22-FD0F-4BB9-9B7A-308C822126D7}" presName="spacer" presStyleCnt="0"/>
      <dgm:spPr/>
    </dgm:pt>
    <dgm:pt modelId="{7753B453-90A9-4CFF-82C9-4CA172C6A4B9}" type="pres">
      <dgm:prSet presAssocID="{07E90498-B2EB-47B8-B03B-93A6BF272D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E96D96-25A3-413C-9971-67D856D57DD4}" type="pres">
      <dgm:prSet presAssocID="{93917514-EAA9-4349-9E15-7739BF1647EC}" presName="spacer" presStyleCnt="0"/>
      <dgm:spPr/>
    </dgm:pt>
    <dgm:pt modelId="{81EEABCB-07FB-414B-994E-D3ABC9719FD4}" type="pres">
      <dgm:prSet presAssocID="{62E8B3B4-213A-4AA2-AD2F-4DB87DF2E1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6AFEBB-2165-4D81-A9DB-E9A5C43D6E13}" type="pres">
      <dgm:prSet presAssocID="{60AD6780-FAAE-454C-A057-180161CBD842}" presName="spacer" presStyleCnt="0"/>
      <dgm:spPr/>
    </dgm:pt>
    <dgm:pt modelId="{855EEFBD-EDB5-492D-92DB-D64727881DA3}" type="pres">
      <dgm:prSet presAssocID="{B2EC7219-24CE-42A9-A46E-7DF7C2E7B16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6EAE501-4864-46EF-AA91-1BE1BA3329AE}" type="presOf" srcId="{B2EC7219-24CE-42A9-A46E-7DF7C2E7B16B}" destId="{855EEFBD-EDB5-492D-92DB-D64727881DA3}" srcOrd="0" destOrd="0" presId="urn:microsoft.com/office/officeart/2005/8/layout/vList2"/>
    <dgm:cxn modelId="{5B4C2924-9B12-4CD5-A078-8BC7140BF5B3}" type="presOf" srcId="{90D74418-FCD4-41E4-8CD5-81C38A450C6A}" destId="{07997703-88F7-4191-95DD-A81A775B790D}" srcOrd="0" destOrd="0" presId="urn:microsoft.com/office/officeart/2005/8/layout/vList2"/>
    <dgm:cxn modelId="{C72FBB28-C97C-4739-B803-D41A085802DD}" type="presOf" srcId="{62E8B3B4-213A-4AA2-AD2F-4DB87DF2E136}" destId="{81EEABCB-07FB-414B-994E-D3ABC9719FD4}" srcOrd="0" destOrd="0" presId="urn:microsoft.com/office/officeart/2005/8/layout/vList2"/>
    <dgm:cxn modelId="{26849930-AF68-4D7A-B0BA-2AAD58869D10}" srcId="{07733F55-CB66-4B63-8251-66FAF918F6BB}" destId="{90D74418-FCD4-41E4-8CD5-81C38A450C6A}" srcOrd="0" destOrd="0" parTransId="{25204CE8-8D72-4C59-9D5A-C05CCC52EFC4}" sibTransId="{EEED5B22-FD0F-4BB9-9B7A-308C822126D7}"/>
    <dgm:cxn modelId="{71BC4354-8D98-471E-81B6-2AA2EA021498}" type="presOf" srcId="{07E90498-B2EB-47B8-B03B-93A6BF272DD6}" destId="{7753B453-90A9-4CFF-82C9-4CA172C6A4B9}" srcOrd="0" destOrd="0" presId="urn:microsoft.com/office/officeart/2005/8/layout/vList2"/>
    <dgm:cxn modelId="{95579EA4-67A1-44B3-A24E-CBB531FF562C}" srcId="{07733F55-CB66-4B63-8251-66FAF918F6BB}" destId="{07E90498-B2EB-47B8-B03B-93A6BF272DD6}" srcOrd="1" destOrd="0" parTransId="{DAE873B2-7DD0-4B2D-B5E4-F0D45D7E269E}" sibTransId="{93917514-EAA9-4349-9E15-7739BF1647EC}"/>
    <dgm:cxn modelId="{9B118CD1-5531-4A29-A07A-4C43F358AEA7}" srcId="{07733F55-CB66-4B63-8251-66FAF918F6BB}" destId="{B2EC7219-24CE-42A9-A46E-7DF7C2E7B16B}" srcOrd="3" destOrd="0" parTransId="{DB50BA8C-534B-4AE1-B1AB-A3A73FA9E270}" sibTransId="{E8547E51-BE0F-44B3-A5C7-8F2813F92070}"/>
    <dgm:cxn modelId="{EF241EDA-7116-4990-8CAD-50A601AC7EDA}" srcId="{07733F55-CB66-4B63-8251-66FAF918F6BB}" destId="{62E8B3B4-213A-4AA2-AD2F-4DB87DF2E136}" srcOrd="2" destOrd="0" parTransId="{38E45F5B-E94F-405A-970B-19699E01C08D}" sibTransId="{60AD6780-FAAE-454C-A057-180161CBD842}"/>
    <dgm:cxn modelId="{845F36E8-BE8F-4030-9007-F3ECFFBF3480}" type="presOf" srcId="{07733F55-CB66-4B63-8251-66FAF918F6BB}" destId="{F3EC866F-CB16-4428-B42C-F49B62507B5C}" srcOrd="0" destOrd="0" presId="urn:microsoft.com/office/officeart/2005/8/layout/vList2"/>
    <dgm:cxn modelId="{9BD61EDD-9D5E-472A-B95E-A9C1096EF07F}" type="presParOf" srcId="{F3EC866F-CB16-4428-B42C-F49B62507B5C}" destId="{07997703-88F7-4191-95DD-A81A775B790D}" srcOrd="0" destOrd="0" presId="urn:microsoft.com/office/officeart/2005/8/layout/vList2"/>
    <dgm:cxn modelId="{9E9DF931-A974-4DA4-B09C-A22267B83737}" type="presParOf" srcId="{F3EC866F-CB16-4428-B42C-F49B62507B5C}" destId="{9C1C65CB-904D-4288-9D49-06DB8E66E46B}" srcOrd="1" destOrd="0" presId="urn:microsoft.com/office/officeart/2005/8/layout/vList2"/>
    <dgm:cxn modelId="{AF7138F3-D913-43F8-862A-55E82EEEBA5D}" type="presParOf" srcId="{F3EC866F-CB16-4428-B42C-F49B62507B5C}" destId="{7753B453-90A9-4CFF-82C9-4CA172C6A4B9}" srcOrd="2" destOrd="0" presId="urn:microsoft.com/office/officeart/2005/8/layout/vList2"/>
    <dgm:cxn modelId="{18C31CD8-1EA7-40FB-ACCA-5AAF9DAD2DA9}" type="presParOf" srcId="{F3EC866F-CB16-4428-B42C-F49B62507B5C}" destId="{DAE96D96-25A3-413C-9971-67D856D57DD4}" srcOrd="3" destOrd="0" presId="urn:microsoft.com/office/officeart/2005/8/layout/vList2"/>
    <dgm:cxn modelId="{CE9A6BDE-4071-49DA-AA5D-4335FE798A55}" type="presParOf" srcId="{F3EC866F-CB16-4428-B42C-F49B62507B5C}" destId="{81EEABCB-07FB-414B-994E-D3ABC9719FD4}" srcOrd="4" destOrd="0" presId="urn:microsoft.com/office/officeart/2005/8/layout/vList2"/>
    <dgm:cxn modelId="{5714879F-4557-45BB-B615-ED8A6611061E}" type="presParOf" srcId="{F3EC866F-CB16-4428-B42C-F49B62507B5C}" destId="{C46AFEBB-2165-4D81-A9DB-E9A5C43D6E13}" srcOrd="5" destOrd="0" presId="urn:microsoft.com/office/officeart/2005/8/layout/vList2"/>
    <dgm:cxn modelId="{42A07FFC-A8AC-439E-91C4-EBBF3C8BF89A}" type="presParOf" srcId="{F3EC866F-CB16-4428-B42C-F49B62507B5C}" destId="{855EEFBD-EDB5-492D-92DB-D64727881D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21277AF-9B74-4A05-A4B4-9BC05763A2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A30A97-6F9A-4CD3-BEBF-00E9C537AE11}">
      <dgm:prSet/>
      <dgm:spPr/>
      <dgm:t>
        <a:bodyPr/>
        <a:lstStyle/>
        <a:p>
          <a:r>
            <a:rPr lang="en-US"/>
            <a:t>1. Feature input</a:t>
          </a:r>
        </a:p>
      </dgm:t>
    </dgm:pt>
    <dgm:pt modelId="{1A39D92F-9E16-43FF-8AE4-3D6093C78D60}" type="parTrans" cxnId="{F65C3F85-5A59-4E8B-9043-6B629501D838}">
      <dgm:prSet/>
      <dgm:spPr/>
      <dgm:t>
        <a:bodyPr/>
        <a:lstStyle/>
        <a:p>
          <a:endParaRPr lang="en-US"/>
        </a:p>
      </dgm:t>
    </dgm:pt>
    <dgm:pt modelId="{550A9235-1326-4AC2-91A8-C51534708132}" type="sibTrans" cxnId="{F65C3F85-5A59-4E8B-9043-6B629501D838}">
      <dgm:prSet/>
      <dgm:spPr/>
      <dgm:t>
        <a:bodyPr/>
        <a:lstStyle/>
        <a:p>
          <a:endParaRPr lang="en-US"/>
        </a:p>
      </dgm:t>
    </dgm:pt>
    <dgm:pt modelId="{B3CE9F32-01F7-4FAD-8012-228A74CC3C52}">
      <dgm:prSet/>
      <dgm:spPr/>
      <dgm:t>
        <a:bodyPr/>
        <a:lstStyle/>
        <a:p>
          <a:r>
            <a:rPr lang="en-US"/>
            <a:t>2. AI generates tests</a:t>
          </a:r>
        </a:p>
      </dgm:t>
    </dgm:pt>
    <dgm:pt modelId="{49F5CA92-9AC4-40BE-8A62-D7FC82AC13C2}" type="parTrans" cxnId="{B6DBCCD2-4533-4850-9862-63B1AE0A6C8A}">
      <dgm:prSet/>
      <dgm:spPr/>
      <dgm:t>
        <a:bodyPr/>
        <a:lstStyle/>
        <a:p>
          <a:endParaRPr lang="en-US"/>
        </a:p>
      </dgm:t>
    </dgm:pt>
    <dgm:pt modelId="{D5404B05-1974-42E4-A5A5-AE5E9090BBD7}" type="sibTrans" cxnId="{B6DBCCD2-4533-4850-9862-63B1AE0A6C8A}">
      <dgm:prSet/>
      <dgm:spPr/>
      <dgm:t>
        <a:bodyPr/>
        <a:lstStyle/>
        <a:p>
          <a:endParaRPr lang="en-US"/>
        </a:p>
      </dgm:t>
    </dgm:pt>
    <dgm:pt modelId="{75CEE364-9703-43E7-9BE9-395EEED88EEC}">
      <dgm:prSet/>
      <dgm:spPr/>
      <dgm:t>
        <a:bodyPr/>
        <a:lstStyle/>
        <a:p>
          <a:r>
            <a:rPr lang="en-US"/>
            <a:t>3. Agent executes</a:t>
          </a:r>
        </a:p>
      </dgm:t>
    </dgm:pt>
    <dgm:pt modelId="{8D41A485-59D3-4F4F-8AEF-BF541B9CB591}" type="parTrans" cxnId="{530FFA53-9C6F-4EC7-BD78-96B0AE246447}">
      <dgm:prSet/>
      <dgm:spPr/>
      <dgm:t>
        <a:bodyPr/>
        <a:lstStyle/>
        <a:p>
          <a:endParaRPr lang="en-US"/>
        </a:p>
      </dgm:t>
    </dgm:pt>
    <dgm:pt modelId="{E3902D7D-4804-4150-B241-44F2693DCB3D}" type="sibTrans" cxnId="{530FFA53-9C6F-4EC7-BD78-96B0AE246447}">
      <dgm:prSet/>
      <dgm:spPr/>
      <dgm:t>
        <a:bodyPr/>
        <a:lstStyle/>
        <a:p>
          <a:endParaRPr lang="en-US"/>
        </a:p>
      </dgm:t>
    </dgm:pt>
    <dgm:pt modelId="{8441FD29-A03C-4F18-86AE-D9BAC9B71234}">
      <dgm:prSet/>
      <dgm:spPr/>
      <dgm:t>
        <a:bodyPr/>
        <a:lstStyle/>
        <a:p>
          <a:r>
            <a:rPr lang="en-US"/>
            <a:t>4. AI reports</a:t>
          </a:r>
        </a:p>
      </dgm:t>
    </dgm:pt>
    <dgm:pt modelId="{B50DBA9F-FBB8-415D-B73F-D53A44FADC5E}" type="parTrans" cxnId="{E5F1D2CF-9608-488B-876A-FECD4DFB9692}">
      <dgm:prSet/>
      <dgm:spPr/>
      <dgm:t>
        <a:bodyPr/>
        <a:lstStyle/>
        <a:p>
          <a:endParaRPr lang="en-US"/>
        </a:p>
      </dgm:t>
    </dgm:pt>
    <dgm:pt modelId="{CBDBF369-AE8A-46C7-B157-BB94CF270F06}" type="sibTrans" cxnId="{E5F1D2CF-9608-488B-876A-FECD4DFB9692}">
      <dgm:prSet/>
      <dgm:spPr/>
      <dgm:t>
        <a:bodyPr/>
        <a:lstStyle/>
        <a:p>
          <a:endParaRPr lang="en-US"/>
        </a:p>
      </dgm:t>
    </dgm:pt>
    <dgm:pt modelId="{80BF1B85-F1F6-474F-A4C4-A5275C027644}">
      <dgm:prSet/>
      <dgm:spPr/>
      <dgm:t>
        <a:bodyPr/>
        <a:lstStyle/>
        <a:p>
          <a:r>
            <a:rPr lang="en-US"/>
            <a:t>5. QA optimizes</a:t>
          </a:r>
        </a:p>
      </dgm:t>
    </dgm:pt>
    <dgm:pt modelId="{9B18DBA3-8529-4C07-A4E1-21BE66BBC2D0}" type="parTrans" cxnId="{02664A58-93FE-41E9-9785-78B13296DC6A}">
      <dgm:prSet/>
      <dgm:spPr/>
      <dgm:t>
        <a:bodyPr/>
        <a:lstStyle/>
        <a:p>
          <a:endParaRPr lang="en-US"/>
        </a:p>
      </dgm:t>
    </dgm:pt>
    <dgm:pt modelId="{E127280F-4566-4CAB-8732-876E333A1691}" type="sibTrans" cxnId="{02664A58-93FE-41E9-9785-78B13296DC6A}">
      <dgm:prSet/>
      <dgm:spPr/>
      <dgm:t>
        <a:bodyPr/>
        <a:lstStyle/>
        <a:p>
          <a:endParaRPr lang="en-US"/>
        </a:p>
      </dgm:t>
    </dgm:pt>
    <dgm:pt modelId="{E4FE7ED0-64E0-4004-88B3-2CEC6F204B34}" type="pres">
      <dgm:prSet presAssocID="{821277AF-9B74-4A05-A4B4-9BC05763A235}" presName="linear" presStyleCnt="0">
        <dgm:presLayoutVars>
          <dgm:animLvl val="lvl"/>
          <dgm:resizeHandles val="exact"/>
        </dgm:presLayoutVars>
      </dgm:prSet>
      <dgm:spPr/>
    </dgm:pt>
    <dgm:pt modelId="{2E8A5EC9-631D-46A7-B061-C087104538BB}" type="pres">
      <dgm:prSet presAssocID="{F3A30A97-6F9A-4CD3-BEBF-00E9C537AE1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8577DA7-E7DB-4473-8817-D40695CA714C}" type="pres">
      <dgm:prSet presAssocID="{550A9235-1326-4AC2-91A8-C51534708132}" presName="spacer" presStyleCnt="0"/>
      <dgm:spPr/>
    </dgm:pt>
    <dgm:pt modelId="{B0122071-1915-4D7D-82ED-313302B80A6A}" type="pres">
      <dgm:prSet presAssocID="{B3CE9F32-01F7-4FAD-8012-228A74CC3C5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D54DDD-5643-431D-A5F9-5BB7424DAF25}" type="pres">
      <dgm:prSet presAssocID="{D5404B05-1974-42E4-A5A5-AE5E9090BBD7}" presName="spacer" presStyleCnt="0"/>
      <dgm:spPr/>
    </dgm:pt>
    <dgm:pt modelId="{E2C4ED49-450F-4A69-98BC-BCE7711FFDDB}" type="pres">
      <dgm:prSet presAssocID="{75CEE364-9703-43E7-9BE9-395EEED88EE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ECAB029-E391-431A-B655-2B2C85B3D822}" type="pres">
      <dgm:prSet presAssocID="{E3902D7D-4804-4150-B241-44F2693DCB3D}" presName="spacer" presStyleCnt="0"/>
      <dgm:spPr/>
    </dgm:pt>
    <dgm:pt modelId="{4FFFB20D-BB14-4817-8B4C-5B4D57880E94}" type="pres">
      <dgm:prSet presAssocID="{8441FD29-A03C-4F18-86AE-D9BAC9B7123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37700E-498F-45C0-AC76-659EAF7A0AC9}" type="pres">
      <dgm:prSet presAssocID="{CBDBF369-AE8A-46C7-B157-BB94CF270F06}" presName="spacer" presStyleCnt="0"/>
      <dgm:spPr/>
    </dgm:pt>
    <dgm:pt modelId="{35110EB7-193D-4495-A667-86BBFAC1A848}" type="pres">
      <dgm:prSet presAssocID="{80BF1B85-F1F6-474F-A4C4-A5275C0276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828808-DEB6-4C81-A68B-9DDDFB9BE361}" type="presOf" srcId="{80BF1B85-F1F6-474F-A4C4-A5275C027644}" destId="{35110EB7-193D-4495-A667-86BBFAC1A848}" srcOrd="0" destOrd="0" presId="urn:microsoft.com/office/officeart/2005/8/layout/vList2"/>
    <dgm:cxn modelId="{8E0BAF0C-55DD-4158-8453-FF8BE93B6309}" type="presOf" srcId="{75CEE364-9703-43E7-9BE9-395EEED88EEC}" destId="{E2C4ED49-450F-4A69-98BC-BCE7711FFDDB}" srcOrd="0" destOrd="0" presId="urn:microsoft.com/office/officeart/2005/8/layout/vList2"/>
    <dgm:cxn modelId="{94810E3D-7E15-41A0-8DF9-FBFF2DBA88E5}" type="presOf" srcId="{B3CE9F32-01F7-4FAD-8012-228A74CC3C52}" destId="{B0122071-1915-4D7D-82ED-313302B80A6A}" srcOrd="0" destOrd="0" presId="urn:microsoft.com/office/officeart/2005/8/layout/vList2"/>
    <dgm:cxn modelId="{56AF3D5F-1E05-4DEC-9605-DAD5DC2B292B}" type="presOf" srcId="{8441FD29-A03C-4F18-86AE-D9BAC9B71234}" destId="{4FFFB20D-BB14-4817-8B4C-5B4D57880E94}" srcOrd="0" destOrd="0" presId="urn:microsoft.com/office/officeart/2005/8/layout/vList2"/>
    <dgm:cxn modelId="{530FFA53-9C6F-4EC7-BD78-96B0AE246447}" srcId="{821277AF-9B74-4A05-A4B4-9BC05763A235}" destId="{75CEE364-9703-43E7-9BE9-395EEED88EEC}" srcOrd="2" destOrd="0" parTransId="{8D41A485-59D3-4F4F-8AEF-BF541B9CB591}" sibTransId="{E3902D7D-4804-4150-B241-44F2693DCB3D}"/>
    <dgm:cxn modelId="{02664A58-93FE-41E9-9785-78B13296DC6A}" srcId="{821277AF-9B74-4A05-A4B4-9BC05763A235}" destId="{80BF1B85-F1F6-474F-A4C4-A5275C027644}" srcOrd="4" destOrd="0" parTransId="{9B18DBA3-8529-4C07-A4E1-21BE66BBC2D0}" sibTransId="{E127280F-4566-4CAB-8732-876E333A1691}"/>
    <dgm:cxn modelId="{F65C3F85-5A59-4E8B-9043-6B629501D838}" srcId="{821277AF-9B74-4A05-A4B4-9BC05763A235}" destId="{F3A30A97-6F9A-4CD3-BEBF-00E9C537AE11}" srcOrd="0" destOrd="0" parTransId="{1A39D92F-9E16-43FF-8AE4-3D6093C78D60}" sibTransId="{550A9235-1326-4AC2-91A8-C51534708132}"/>
    <dgm:cxn modelId="{2BCCFDA2-288D-4B7C-8415-6DDE94E95CA2}" type="presOf" srcId="{821277AF-9B74-4A05-A4B4-9BC05763A235}" destId="{E4FE7ED0-64E0-4004-88B3-2CEC6F204B34}" srcOrd="0" destOrd="0" presId="urn:microsoft.com/office/officeart/2005/8/layout/vList2"/>
    <dgm:cxn modelId="{930A8CB6-0043-489E-A210-B3B90FD558B5}" type="presOf" srcId="{F3A30A97-6F9A-4CD3-BEBF-00E9C537AE11}" destId="{2E8A5EC9-631D-46A7-B061-C087104538BB}" srcOrd="0" destOrd="0" presId="urn:microsoft.com/office/officeart/2005/8/layout/vList2"/>
    <dgm:cxn modelId="{E5F1D2CF-9608-488B-876A-FECD4DFB9692}" srcId="{821277AF-9B74-4A05-A4B4-9BC05763A235}" destId="{8441FD29-A03C-4F18-86AE-D9BAC9B71234}" srcOrd="3" destOrd="0" parTransId="{B50DBA9F-FBB8-415D-B73F-D53A44FADC5E}" sibTransId="{CBDBF369-AE8A-46C7-B157-BB94CF270F06}"/>
    <dgm:cxn modelId="{B6DBCCD2-4533-4850-9862-63B1AE0A6C8A}" srcId="{821277AF-9B74-4A05-A4B4-9BC05763A235}" destId="{B3CE9F32-01F7-4FAD-8012-228A74CC3C52}" srcOrd="1" destOrd="0" parTransId="{49F5CA92-9AC4-40BE-8A62-D7FC82AC13C2}" sibTransId="{D5404B05-1974-42E4-A5A5-AE5E9090BBD7}"/>
    <dgm:cxn modelId="{BBFA25D5-F042-4AB1-AC44-792D299C6D1B}" type="presParOf" srcId="{E4FE7ED0-64E0-4004-88B3-2CEC6F204B34}" destId="{2E8A5EC9-631D-46A7-B061-C087104538BB}" srcOrd="0" destOrd="0" presId="urn:microsoft.com/office/officeart/2005/8/layout/vList2"/>
    <dgm:cxn modelId="{6E368610-4F35-40BE-95E1-7B3FE6A1EEE0}" type="presParOf" srcId="{E4FE7ED0-64E0-4004-88B3-2CEC6F204B34}" destId="{08577DA7-E7DB-4473-8817-D40695CA714C}" srcOrd="1" destOrd="0" presId="urn:microsoft.com/office/officeart/2005/8/layout/vList2"/>
    <dgm:cxn modelId="{A52C2F6E-FA05-4F15-BD6A-8EE8C8EE1198}" type="presParOf" srcId="{E4FE7ED0-64E0-4004-88B3-2CEC6F204B34}" destId="{B0122071-1915-4D7D-82ED-313302B80A6A}" srcOrd="2" destOrd="0" presId="urn:microsoft.com/office/officeart/2005/8/layout/vList2"/>
    <dgm:cxn modelId="{1E5CA4D2-0C09-45E8-8840-7982097EF7EC}" type="presParOf" srcId="{E4FE7ED0-64E0-4004-88B3-2CEC6F204B34}" destId="{EBD54DDD-5643-431D-A5F9-5BB7424DAF25}" srcOrd="3" destOrd="0" presId="urn:microsoft.com/office/officeart/2005/8/layout/vList2"/>
    <dgm:cxn modelId="{D6B138F2-DC14-4C31-B609-414B4D9B1955}" type="presParOf" srcId="{E4FE7ED0-64E0-4004-88B3-2CEC6F204B34}" destId="{E2C4ED49-450F-4A69-98BC-BCE7711FFDDB}" srcOrd="4" destOrd="0" presId="urn:microsoft.com/office/officeart/2005/8/layout/vList2"/>
    <dgm:cxn modelId="{F3C254D5-A356-4CC0-91F8-F34195B9C8D4}" type="presParOf" srcId="{E4FE7ED0-64E0-4004-88B3-2CEC6F204B34}" destId="{2ECAB029-E391-431A-B655-2B2C85B3D822}" srcOrd="5" destOrd="0" presId="urn:microsoft.com/office/officeart/2005/8/layout/vList2"/>
    <dgm:cxn modelId="{77DDB5A3-734F-4D9D-A1A4-B6249F072A43}" type="presParOf" srcId="{E4FE7ED0-64E0-4004-88B3-2CEC6F204B34}" destId="{4FFFB20D-BB14-4817-8B4C-5B4D57880E94}" srcOrd="6" destOrd="0" presId="urn:microsoft.com/office/officeart/2005/8/layout/vList2"/>
    <dgm:cxn modelId="{94B27F74-1541-4640-B60D-41F959060453}" type="presParOf" srcId="{E4FE7ED0-64E0-4004-88B3-2CEC6F204B34}" destId="{E237700E-498F-45C0-AC76-659EAF7A0AC9}" srcOrd="7" destOrd="0" presId="urn:microsoft.com/office/officeart/2005/8/layout/vList2"/>
    <dgm:cxn modelId="{AD7F6FE2-8EF0-463C-B35C-592BF0D75715}" type="presParOf" srcId="{E4FE7ED0-64E0-4004-88B3-2CEC6F204B34}" destId="{35110EB7-193D-4495-A667-86BBFAC1A84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1401EA5-3A1C-494B-96EB-0E61AF3842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21B8E7-F749-4B01-A89D-0B4F3B8A54F2}">
      <dgm:prSet/>
      <dgm:spPr/>
      <dgm:t>
        <a:bodyPr/>
        <a:lstStyle/>
        <a:p>
          <a:r>
            <a:rPr lang="en-US"/>
            <a:t>Learn</a:t>
          </a:r>
        </a:p>
      </dgm:t>
    </dgm:pt>
    <dgm:pt modelId="{D521A3D4-0327-4A13-8093-3D401667D4D3}" type="parTrans" cxnId="{0BF272DD-46E3-482B-917A-6CBFDE1D10A2}">
      <dgm:prSet/>
      <dgm:spPr/>
      <dgm:t>
        <a:bodyPr/>
        <a:lstStyle/>
        <a:p>
          <a:endParaRPr lang="en-US"/>
        </a:p>
      </dgm:t>
    </dgm:pt>
    <dgm:pt modelId="{A0747608-A56E-4491-A03B-8106357D3F3C}" type="sibTrans" cxnId="{0BF272DD-46E3-482B-917A-6CBFDE1D10A2}">
      <dgm:prSet/>
      <dgm:spPr/>
      <dgm:t>
        <a:bodyPr/>
        <a:lstStyle/>
        <a:p>
          <a:endParaRPr lang="en-US"/>
        </a:p>
      </dgm:t>
    </dgm:pt>
    <dgm:pt modelId="{02F4487E-B505-414E-AFE3-EDC188BC39EA}">
      <dgm:prSet/>
      <dgm:spPr/>
      <dgm:t>
        <a:bodyPr/>
        <a:lstStyle/>
        <a:p>
          <a:r>
            <a:rPr lang="en-US"/>
            <a:t>- Learn JS/Python</a:t>
          </a:r>
        </a:p>
      </dgm:t>
    </dgm:pt>
    <dgm:pt modelId="{49CF8385-53E0-42B6-84DB-DA3FD8323FEB}" type="parTrans" cxnId="{19DB59A8-CF9A-4AA8-8060-5FEDDF115216}">
      <dgm:prSet/>
      <dgm:spPr/>
      <dgm:t>
        <a:bodyPr/>
        <a:lstStyle/>
        <a:p>
          <a:endParaRPr lang="en-US"/>
        </a:p>
      </dgm:t>
    </dgm:pt>
    <dgm:pt modelId="{3924CED7-64EE-4010-962E-FD9FBE438B91}" type="sibTrans" cxnId="{19DB59A8-CF9A-4AA8-8060-5FEDDF115216}">
      <dgm:prSet/>
      <dgm:spPr/>
      <dgm:t>
        <a:bodyPr/>
        <a:lstStyle/>
        <a:p>
          <a:endParaRPr lang="en-US"/>
        </a:p>
      </dgm:t>
    </dgm:pt>
    <dgm:pt modelId="{4A080D72-93FF-4B51-98C6-E94747681128}">
      <dgm:prSet/>
      <dgm:spPr/>
      <dgm:t>
        <a:bodyPr/>
        <a:lstStyle/>
        <a:p>
          <a:r>
            <a:rPr lang="en-US"/>
            <a:t>Master</a:t>
          </a:r>
        </a:p>
      </dgm:t>
    </dgm:pt>
    <dgm:pt modelId="{400BFFFB-0660-4E49-94D0-9BFE0C257CC0}" type="parTrans" cxnId="{B4D84C6E-5BCF-4830-814E-626FE81357F6}">
      <dgm:prSet/>
      <dgm:spPr/>
      <dgm:t>
        <a:bodyPr/>
        <a:lstStyle/>
        <a:p>
          <a:endParaRPr lang="en-US"/>
        </a:p>
      </dgm:t>
    </dgm:pt>
    <dgm:pt modelId="{CF5A9681-6CC7-40AA-B427-3EF4EBCB25CF}" type="sibTrans" cxnId="{B4D84C6E-5BCF-4830-814E-626FE81357F6}">
      <dgm:prSet/>
      <dgm:spPr/>
      <dgm:t>
        <a:bodyPr/>
        <a:lstStyle/>
        <a:p>
          <a:endParaRPr lang="en-US"/>
        </a:p>
      </dgm:t>
    </dgm:pt>
    <dgm:pt modelId="{DBFEE88E-D8F7-4C7E-9690-3EE648B1EF39}">
      <dgm:prSet/>
      <dgm:spPr/>
      <dgm:t>
        <a:bodyPr/>
        <a:lstStyle/>
        <a:p>
          <a:r>
            <a:rPr lang="en-US"/>
            <a:t>- Master Playwright/Cypress</a:t>
          </a:r>
        </a:p>
      </dgm:t>
    </dgm:pt>
    <dgm:pt modelId="{4B82FA2D-CE09-4B6D-AAA0-FF0974BBE689}" type="parTrans" cxnId="{31A844F3-6EB6-4AC4-A86D-BA724641B8B2}">
      <dgm:prSet/>
      <dgm:spPr/>
      <dgm:t>
        <a:bodyPr/>
        <a:lstStyle/>
        <a:p>
          <a:endParaRPr lang="en-US"/>
        </a:p>
      </dgm:t>
    </dgm:pt>
    <dgm:pt modelId="{F0284CCC-A5E0-46DF-8A47-2DD49105349B}" type="sibTrans" cxnId="{31A844F3-6EB6-4AC4-A86D-BA724641B8B2}">
      <dgm:prSet/>
      <dgm:spPr/>
      <dgm:t>
        <a:bodyPr/>
        <a:lstStyle/>
        <a:p>
          <a:endParaRPr lang="en-US"/>
        </a:p>
      </dgm:t>
    </dgm:pt>
    <dgm:pt modelId="{9C38A10A-A9A4-44AF-B23C-30AA4D628BAE}">
      <dgm:prSet/>
      <dgm:spPr/>
      <dgm:t>
        <a:bodyPr/>
        <a:lstStyle/>
        <a:p>
          <a:r>
            <a:rPr lang="en-US"/>
            <a:t>Learn</a:t>
          </a:r>
        </a:p>
      </dgm:t>
    </dgm:pt>
    <dgm:pt modelId="{D7358FCD-65EB-4C13-93F2-AC75FA15169F}" type="parTrans" cxnId="{2C726D06-1CE0-4294-9F9E-DF0DA936DA14}">
      <dgm:prSet/>
      <dgm:spPr/>
      <dgm:t>
        <a:bodyPr/>
        <a:lstStyle/>
        <a:p>
          <a:endParaRPr lang="en-US"/>
        </a:p>
      </dgm:t>
    </dgm:pt>
    <dgm:pt modelId="{9A3F16AC-4245-48D5-AE89-D6136D47D2E0}" type="sibTrans" cxnId="{2C726D06-1CE0-4294-9F9E-DF0DA936DA14}">
      <dgm:prSet/>
      <dgm:spPr/>
      <dgm:t>
        <a:bodyPr/>
        <a:lstStyle/>
        <a:p>
          <a:endParaRPr lang="en-US"/>
        </a:p>
      </dgm:t>
    </dgm:pt>
    <dgm:pt modelId="{CAA5CCE0-58DD-4D14-A1ED-38F934FA05A7}">
      <dgm:prSet/>
      <dgm:spPr/>
      <dgm:t>
        <a:bodyPr/>
        <a:lstStyle/>
        <a:p>
          <a:r>
            <a:rPr lang="en-US"/>
            <a:t>- Learn AI prompts</a:t>
          </a:r>
        </a:p>
      </dgm:t>
    </dgm:pt>
    <dgm:pt modelId="{9B099D45-65B2-427E-BA54-17F3649B1A36}" type="parTrans" cxnId="{75B8A80B-2899-46B8-8F0B-B2E5FE391CE6}">
      <dgm:prSet/>
      <dgm:spPr/>
      <dgm:t>
        <a:bodyPr/>
        <a:lstStyle/>
        <a:p>
          <a:endParaRPr lang="en-US"/>
        </a:p>
      </dgm:t>
    </dgm:pt>
    <dgm:pt modelId="{2CB16AB3-0D72-42C0-AB79-4702EF8DFF40}" type="sibTrans" cxnId="{75B8A80B-2899-46B8-8F0B-B2E5FE391CE6}">
      <dgm:prSet/>
      <dgm:spPr/>
      <dgm:t>
        <a:bodyPr/>
        <a:lstStyle/>
        <a:p>
          <a:endParaRPr lang="en-US"/>
        </a:p>
      </dgm:t>
    </dgm:pt>
    <dgm:pt modelId="{A2071AF9-C777-4C9B-92EC-810DDF3D9D27}">
      <dgm:prSet/>
      <dgm:spPr/>
      <dgm:t>
        <a:bodyPr/>
        <a:lstStyle/>
        <a:p>
          <a:r>
            <a:rPr lang="en-US"/>
            <a:t>Build</a:t>
          </a:r>
        </a:p>
      </dgm:t>
    </dgm:pt>
    <dgm:pt modelId="{2C729F4A-6A73-4A38-BC41-C754EFE08A63}" type="parTrans" cxnId="{9F562698-1FE8-4C35-87D5-3CD6EB5D0F8C}">
      <dgm:prSet/>
      <dgm:spPr/>
      <dgm:t>
        <a:bodyPr/>
        <a:lstStyle/>
        <a:p>
          <a:endParaRPr lang="en-US"/>
        </a:p>
      </dgm:t>
    </dgm:pt>
    <dgm:pt modelId="{B02EDAC4-73A8-4D53-B5C2-0D7680A883A5}" type="sibTrans" cxnId="{9F562698-1FE8-4C35-87D5-3CD6EB5D0F8C}">
      <dgm:prSet/>
      <dgm:spPr/>
      <dgm:t>
        <a:bodyPr/>
        <a:lstStyle/>
        <a:p>
          <a:endParaRPr lang="en-US"/>
        </a:p>
      </dgm:t>
    </dgm:pt>
    <dgm:pt modelId="{15599D83-6A3D-403B-9061-EEC24F9CAAB9}">
      <dgm:prSet/>
      <dgm:spPr/>
      <dgm:t>
        <a:bodyPr/>
        <a:lstStyle/>
        <a:p>
          <a:r>
            <a:rPr lang="en-US"/>
            <a:t>- Build agent workflows</a:t>
          </a:r>
        </a:p>
      </dgm:t>
    </dgm:pt>
    <dgm:pt modelId="{DFC5AD77-84AA-485F-9D78-6A8A3155674D}" type="parTrans" cxnId="{8BD0ED8A-137F-4374-B438-7A278EBECECB}">
      <dgm:prSet/>
      <dgm:spPr/>
      <dgm:t>
        <a:bodyPr/>
        <a:lstStyle/>
        <a:p>
          <a:endParaRPr lang="en-US"/>
        </a:p>
      </dgm:t>
    </dgm:pt>
    <dgm:pt modelId="{516771EE-992C-4FFC-B08F-F677C38F9173}" type="sibTrans" cxnId="{8BD0ED8A-137F-4374-B438-7A278EBECECB}">
      <dgm:prSet/>
      <dgm:spPr/>
      <dgm:t>
        <a:bodyPr/>
        <a:lstStyle/>
        <a:p>
          <a:endParaRPr lang="en-US"/>
        </a:p>
      </dgm:t>
    </dgm:pt>
    <dgm:pt modelId="{226B6654-FEBC-4344-9476-52C60DF8B9A0}" type="pres">
      <dgm:prSet presAssocID="{A1401EA5-3A1C-494B-96EB-0E61AF3842DA}" presName="linear" presStyleCnt="0">
        <dgm:presLayoutVars>
          <dgm:animLvl val="lvl"/>
          <dgm:resizeHandles val="exact"/>
        </dgm:presLayoutVars>
      </dgm:prSet>
      <dgm:spPr/>
    </dgm:pt>
    <dgm:pt modelId="{663788FF-B399-44A1-A108-60A541B77043}" type="pres">
      <dgm:prSet presAssocID="{1221B8E7-F749-4B01-A89D-0B4F3B8A54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108D9C-97CD-4686-A2A3-4D401F9F5479}" type="pres">
      <dgm:prSet presAssocID="{1221B8E7-F749-4B01-A89D-0B4F3B8A54F2}" presName="childText" presStyleLbl="revTx" presStyleIdx="0" presStyleCnt="4">
        <dgm:presLayoutVars>
          <dgm:bulletEnabled val="1"/>
        </dgm:presLayoutVars>
      </dgm:prSet>
      <dgm:spPr/>
    </dgm:pt>
    <dgm:pt modelId="{32EEFF16-8721-4DA7-8310-F8740E1AF230}" type="pres">
      <dgm:prSet presAssocID="{4A080D72-93FF-4B51-98C6-E947476811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D3573A-9F54-4651-8516-D3445922EC8F}" type="pres">
      <dgm:prSet presAssocID="{4A080D72-93FF-4B51-98C6-E94747681128}" presName="childText" presStyleLbl="revTx" presStyleIdx="1" presStyleCnt="4">
        <dgm:presLayoutVars>
          <dgm:bulletEnabled val="1"/>
        </dgm:presLayoutVars>
      </dgm:prSet>
      <dgm:spPr/>
    </dgm:pt>
    <dgm:pt modelId="{DBBB2F1E-2F21-420C-9EBA-D5FC373F0B02}" type="pres">
      <dgm:prSet presAssocID="{9C38A10A-A9A4-44AF-B23C-30AA4D628B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691FB1-5BAF-4FD8-8742-BD4041AC7CC7}" type="pres">
      <dgm:prSet presAssocID="{9C38A10A-A9A4-44AF-B23C-30AA4D628BAE}" presName="childText" presStyleLbl="revTx" presStyleIdx="2" presStyleCnt="4">
        <dgm:presLayoutVars>
          <dgm:bulletEnabled val="1"/>
        </dgm:presLayoutVars>
      </dgm:prSet>
      <dgm:spPr/>
    </dgm:pt>
    <dgm:pt modelId="{32EEBCDA-3197-41BE-A32F-FBC8038F17CC}" type="pres">
      <dgm:prSet presAssocID="{A2071AF9-C777-4C9B-92EC-810DDF3D9D2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8072454-C2B4-4CF7-B41B-00C8B1C15978}" type="pres">
      <dgm:prSet presAssocID="{A2071AF9-C777-4C9B-92EC-810DDF3D9D2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C726D06-1CE0-4294-9F9E-DF0DA936DA14}" srcId="{A1401EA5-3A1C-494B-96EB-0E61AF3842DA}" destId="{9C38A10A-A9A4-44AF-B23C-30AA4D628BAE}" srcOrd="2" destOrd="0" parTransId="{D7358FCD-65EB-4C13-93F2-AC75FA15169F}" sibTransId="{9A3F16AC-4245-48D5-AE89-D6136D47D2E0}"/>
    <dgm:cxn modelId="{75B8A80B-2899-46B8-8F0B-B2E5FE391CE6}" srcId="{9C38A10A-A9A4-44AF-B23C-30AA4D628BAE}" destId="{CAA5CCE0-58DD-4D14-A1ED-38F934FA05A7}" srcOrd="0" destOrd="0" parTransId="{9B099D45-65B2-427E-BA54-17F3649B1A36}" sibTransId="{2CB16AB3-0D72-42C0-AB79-4702EF8DFF40}"/>
    <dgm:cxn modelId="{7444B017-66E2-4C5F-B862-BC165E133AE4}" type="presOf" srcId="{4A080D72-93FF-4B51-98C6-E94747681128}" destId="{32EEFF16-8721-4DA7-8310-F8740E1AF230}" srcOrd="0" destOrd="0" presId="urn:microsoft.com/office/officeart/2005/8/layout/vList2"/>
    <dgm:cxn modelId="{D5186F34-9987-4A8C-B86F-4D6B1EE39345}" type="presOf" srcId="{15599D83-6A3D-403B-9061-EEC24F9CAAB9}" destId="{A8072454-C2B4-4CF7-B41B-00C8B1C15978}" srcOrd="0" destOrd="0" presId="urn:microsoft.com/office/officeart/2005/8/layout/vList2"/>
    <dgm:cxn modelId="{20CC725C-536B-4A87-B801-E92F6E5BF2F8}" type="presOf" srcId="{A1401EA5-3A1C-494B-96EB-0E61AF3842DA}" destId="{226B6654-FEBC-4344-9476-52C60DF8B9A0}" srcOrd="0" destOrd="0" presId="urn:microsoft.com/office/officeart/2005/8/layout/vList2"/>
    <dgm:cxn modelId="{2C79B242-4CEC-48D9-A451-8EEE37144603}" type="presOf" srcId="{1221B8E7-F749-4B01-A89D-0B4F3B8A54F2}" destId="{663788FF-B399-44A1-A108-60A541B77043}" srcOrd="0" destOrd="0" presId="urn:microsoft.com/office/officeart/2005/8/layout/vList2"/>
    <dgm:cxn modelId="{77FE114C-F51A-46CB-B984-D2F753278457}" type="presOf" srcId="{02F4487E-B505-414E-AFE3-EDC188BC39EA}" destId="{D0108D9C-97CD-4686-A2A3-4D401F9F5479}" srcOrd="0" destOrd="0" presId="urn:microsoft.com/office/officeart/2005/8/layout/vList2"/>
    <dgm:cxn modelId="{B4D84C6E-5BCF-4830-814E-626FE81357F6}" srcId="{A1401EA5-3A1C-494B-96EB-0E61AF3842DA}" destId="{4A080D72-93FF-4B51-98C6-E94747681128}" srcOrd="1" destOrd="0" parTransId="{400BFFFB-0660-4E49-94D0-9BFE0C257CC0}" sibTransId="{CF5A9681-6CC7-40AA-B427-3EF4EBCB25CF}"/>
    <dgm:cxn modelId="{0B07087A-EC98-44BD-A80F-2C4113BF78E1}" type="presOf" srcId="{DBFEE88E-D8F7-4C7E-9690-3EE648B1EF39}" destId="{EDD3573A-9F54-4651-8516-D3445922EC8F}" srcOrd="0" destOrd="0" presId="urn:microsoft.com/office/officeart/2005/8/layout/vList2"/>
    <dgm:cxn modelId="{8BD0ED8A-137F-4374-B438-7A278EBECECB}" srcId="{A2071AF9-C777-4C9B-92EC-810DDF3D9D27}" destId="{15599D83-6A3D-403B-9061-EEC24F9CAAB9}" srcOrd="0" destOrd="0" parTransId="{DFC5AD77-84AA-485F-9D78-6A8A3155674D}" sibTransId="{516771EE-992C-4FFC-B08F-F677C38F9173}"/>
    <dgm:cxn modelId="{9FF5018F-99CD-4751-ABED-43821FBAE05A}" type="presOf" srcId="{A2071AF9-C777-4C9B-92EC-810DDF3D9D27}" destId="{32EEBCDA-3197-41BE-A32F-FBC8038F17CC}" srcOrd="0" destOrd="0" presId="urn:microsoft.com/office/officeart/2005/8/layout/vList2"/>
    <dgm:cxn modelId="{9F562698-1FE8-4C35-87D5-3CD6EB5D0F8C}" srcId="{A1401EA5-3A1C-494B-96EB-0E61AF3842DA}" destId="{A2071AF9-C777-4C9B-92EC-810DDF3D9D27}" srcOrd="3" destOrd="0" parTransId="{2C729F4A-6A73-4A38-BC41-C754EFE08A63}" sibTransId="{B02EDAC4-73A8-4D53-B5C2-0D7680A883A5}"/>
    <dgm:cxn modelId="{19DB59A8-CF9A-4AA8-8060-5FEDDF115216}" srcId="{1221B8E7-F749-4B01-A89D-0B4F3B8A54F2}" destId="{02F4487E-B505-414E-AFE3-EDC188BC39EA}" srcOrd="0" destOrd="0" parTransId="{49CF8385-53E0-42B6-84DB-DA3FD8323FEB}" sibTransId="{3924CED7-64EE-4010-962E-FD9FBE438B91}"/>
    <dgm:cxn modelId="{F1C953BD-89DD-4AF9-AE5C-FEE9A33634D8}" type="presOf" srcId="{CAA5CCE0-58DD-4D14-A1ED-38F934FA05A7}" destId="{7F691FB1-5BAF-4FD8-8742-BD4041AC7CC7}" srcOrd="0" destOrd="0" presId="urn:microsoft.com/office/officeart/2005/8/layout/vList2"/>
    <dgm:cxn modelId="{61E9EACA-6314-4FCD-A4C7-469E2D0C5BFE}" type="presOf" srcId="{9C38A10A-A9A4-44AF-B23C-30AA4D628BAE}" destId="{DBBB2F1E-2F21-420C-9EBA-D5FC373F0B02}" srcOrd="0" destOrd="0" presId="urn:microsoft.com/office/officeart/2005/8/layout/vList2"/>
    <dgm:cxn modelId="{0BF272DD-46E3-482B-917A-6CBFDE1D10A2}" srcId="{A1401EA5-3A1C-494B-96EB-0E61AF3842DA}" destId="{1221B8E7-F749-4B01-A89D-0B4F3B8A54F2}" srcOrd="0" destOrd="0" parTransId="{D521A3D4-0327-4A13-8093-3D401667D4D3}" sibTransId="{A0747608-A56E-4491-A03B-8106357D3F3C}"/>
    <dgm:cxn modelId="{31A844F3-6EB6-4AC4-A86D-BA724641B8B2}" srcId="{4A080D72-93FF-4B51-98C6-E94747681128}" destId="{DBFEE88E-D8F7-4C7E-9690-3EE648B1EF39}" srcOrd="0" destOrd="0" parTransId="{4B82FA2D-CE09-4B6D-AAA0-FF0974BBE689}" sibTransId="{F0284CCC-A5E0-46DF-8A47-2DD49105349B}"/>
    <dgm:cxn modelId="{05262D28-6063-4AED-B8DA-9AAB20AF3B0B}" type="presParOf" srcId="{226B6654-FEBC-4344-9476-52C60DF8B9A0}" destId="{663788FF-B399-44A1-A108-60A541B77043}" srcOrd="0" destOrd="0" presId="urn:microsoft.com/office/officeart/2005/8/layout/vList2"/>
    <dgm:cxn modelId="{2AC7899E-3313-4962-9A3E-D32A8FBEC24E}" type="presParOf" srcId="{226B6654-FEBC-4344-9476-52C60DF8B9A0}" destId="{D0108D9C-97CD-4686-A2A3-4D401F9F5479}" srcOrd="1" destOrd="0" presId="urn:microsoft.com/office/officeart/2005/8/layout/vList2"/>
    <dgm:cxn modelId="{C73627C4-F956-44C5-97B4-440E046CAD00}" type="presParOf" srcId="{226B6654-FEBC-4344-9476-52C60DF8B9A0}" destId="{32EEFF16-8721-4DA7-8310-F8740E1AF230}" srcOrd="2" destOrd="0" presId="urn:microsoft.com/office/officeart/2005/8/layout/vList2"/>
    <dgm:cxn modelId="{31CF07DA-F4BD-4649-B483-AF5B20106178}" type="presParOf" srcId="{226B6654-FEBC-4344-9476-52C60DF8B9A0}" destId="{EDD3573A-9F54-4651-8516-D3445922EC8F}" srcOrd="3" destOrd="0" presId="urn:microsoft.com/office/officeart/2005/8/layout/vList2"/>
    <dgm:cxn modelId="{579CDB7D-6403-412B-B2F2-BF4FC0BDBBA7}" type="presParOf" srcId="{226B6654-FEBC-4344-9476-52C60DF8B9A0}" destId="{DBBB2F1E-2F21-420C-9EBA-D5FC373F0B02}" srcOrd="4" destOrd="0" presId="urn:microsoft.com/office/officeart/2005/8/layout/vList2"/>
    <dgm:cxn modelId="{1F66A1BE-DE55-4913-8974-2FE8C1BFBD62}" type="presParOf" srcId="{226B6654-FEBC-4344-9476-52C60DF8B9A0}" destId="{7F691FB1-5BAF-4FD8-8742-BD4041AC7CC7}" srcOrd="5" destOrd="0" presId="urn:microsoft.com/office/officeart/2005/8/layout/vList2"/>
    <dgm:cxn modelId="{5CEA607A-F937-4CF0-8460-EA94F4C245CA}" type="presParOf" srcId="{226B6654-FEBC-4344-9476-52C60DF8B9A0}" destId="{32EEBCDA-3197-41BE-A32F-FBC8038F17CC}" srcOrd="6" destOrd="0" presId="urn:microsoft.com/office/officeart/2005/8/layout/vList2"/>
    <dgm:cxn modelId="{A2D48BDA-5039-46FC-B641-5B300FAE3B6D}" type="presParOf" srcId="{226B6654-FEBC-4344-9476-52C60DF8B9A0}" destId="{A8072454-C2B4-4CF7-B41B-00C8B1C1597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0C20E82-9698-4081-BA20-CC3CE1C5B1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059E85-1003-4338-A4B3-0922F895D5A2}">
      <dgm:prSet/>
      <dgm:spPr/>
      <dgm:t>
        <a:bodyPr/>
        <a:lstStyle/>
        <a:p>
          <a:r>
            <a:rPr lang="en-US"/>
            <a:t>- Massive test coverage</a:t>
          </a:r>
        </a:p>
      </dgm:t>
    </dgm:pt>
    <dgm:pt modelId="{7C9AAA27-01C1-442A-BD4C-F977E0FCB139}" type="parTrans" cxnId="{049B11A8-CB06-4C52-8223-91C1A6A4BDB8}">
      <dgm:prSet/>
      <dgm:spPr/>
      <dgm:t>
        <a:bodyPr/>
        <a:lstStyle/>
        <a:p>
          <a:endParaRPr lang="en-US"/>
        </a:p>
      </dgm:t>
    </dgm:pt>
    <dgm:pt modelId="{E590C6A3-4752-4FFB-8E1C-31DF9CDF331C}" type="sibTrans" cxnId="{049B11A8-CB06-4C52-8223-91C1A6A4BDB8}">
      <dgm:prSet/>
      <dgm:spPr/>
      <dgm:t>
        <a:bodyPr/>
        <a:lstStyle/>
        <a:p>
          <a:endParaRPr lang="en-US"/>
        </a:p>
      </dgm:t>
    </dgm:pt>
    <dgm:pt modelId="{29A0A713-A05F-45C1-9805-7E2618982013}">
      <dgm:prSet/>
      <dgm:spPr/>
      <dgm:t>
        <a:bodyPr/>
        <a:lstStyle/>
        <a:p>
          <a:r>
            <a:rPr lang="en-US"/>
            <a:t>- Faster releases</a:t>
          </a:r>
        </a:p>
      </dgm:t>
    </dgm:pt>
    <dgm:pt modelId="{79DCA6D8-BB6E-44BC-96B0-BEF519769877}" type="parTrans" cxnId="{A892C258-2FB0-42C3-9F82-B20E53A2BC4C}">
      <dgm:prSet/>
      <dgm:spPr/>
      <dgm:t>
        <a:bodyPr/>
        <a:lstStyle/>
        <a:p>
          <a:endParaRPr lang="en-US"/>
        </a:p>
      </dgm:t>
    </dgm:pt>
    <dgm:pt modelId="{7C3109A4-14BA-4037-872E-41DB4B553AC9}" type="sibTrans" cxnId="{A892C258-2FB0-42C3-9F82-B20E53A2BC4C}">
      <dgm:prSet/>
      <dgm:spPr/>
      <dgm:t>
        <a:bodyPr/>
        <a:lstStyle/>
        <a:p>
          <a:endParaRPr lang="en-US"/>
        </a:p>
      </dgm:t>
    </dgm:pt>
    <dgm:pt modelId="{2CC85B81-A9D0-4CAF-891C-B4063E9C29AF}">
      <dgm:prSet/>
      <dgm:spPr/>
      <dgm:t>
        <a:bodyPr/>
        <a:lstStyle/>
        <a:p>
          <a:r>
            <a:rPr lang="en-US"/>
            <a:t>- Lower cost</a:t>
          </a:r>
        </a:p>
      </dgm:t>
    </dgm:pt>
    <dgm:pt modelId="{B1C4BEC3-9A7F-4945-9B94-6243247C1A45}" type="parTrans" cxnId="{E813E974-4622-4136-8F9F-3EB129319225}">
      <dgm:prSet/>
      <dgm:spPr/>
      <dgm:t>
        <a:bodyPr/>
        <a:lstStyle/>
        <a:p>
          <a:endParaRPr lang="en-US"/>
        </a:p>
      </dgm:t>
    </dgm:pt>
    <dgm:pt modelId="{5A8249B5-9F77-45E0-B169-BDF865D8351D}" type="sibTrans" cxnId="{E813E974-4622-4136-8F9F-3EB129319225}">
      <dgm:prSet/>
      <dgm:spPr/>
      <dgm:t>
        <a:bodyPr/>
        <a:lstStyle/>
        <a:p>
          <a:endParaRPr lang="en-US"/>
        </a:p>
      </dgm:t>
    </dgm:pt>
    <dgm:pt modelId="{872B5D1F-7CCF-4B8A-8B8E-1D5B8FB33639}">
      <dgm:prSet/>
      <dgm:spPr/>
      <dgm:t>
        <a:bodyPr/>
        <a:lstStyle/>
        <a:p>
          <a:r>
            <a:rPr lang="en-US"/>
            <a:t>- Better quality</a:t>
          </a:r>
        </a:p>
      </dgm:t>
    </dgm:pt>
    <dgm:pt modelId="{C084428B-2CF7-4D3B-AA7E-8D911C1CB215}" type="parTrans" cxnId="{AC8C3F35-905A-4D20-8E38-910E1FF76311}">
      <dgm:prSet/>
      <dgm:spPr/>
      <dgm:t>
        <a:bodyPr/>
        <a:lstStyle/>
        <a:p>
          <a:endParaRPr lang="en-US"/>
        </a:p>
      </dgm:t>
    </dgm:pt>
    <dgm:pt modelId="{18ECEA9D-39C8-4E85-AB01-3664DDE02631}" type="sibTrans" cxnId="{AC8C3F35-905A-4D20-8E38-910E1FF76311}">
      <dgm:prSet/>
      <dgm:spPr/>
      <dgm:t>
        <a:bodyPr/>
        <a:lstStyle/>
        <a:p>
          <a:endParaRPr lang="en-US"/>
        </a:p>
      </dgm:t>
    </dgm:pt>
    <dgm:pt modelId="{D367D50C-0DF5-421A-9557-43505C93385D}" type="pres">
      <dgm:prSet presAssocID="{E0C20E82-9698-4081-BA20-CC3CE1C5B1D1}" presName="linear" presStyleCnt="0">
        <dgm:presLayoutVars>
          <dgm:animLvl val="lvl"/>
          <dgm:resizeHandles val="exact"/>
        </dgm:presLayoutVars>
      </dgm:prSet>
      <dgm:spPr/>
    </dgm:pt>
    <dgm:pt modelId="{448132B5-DCD7-476E-B65B-1F20E8CC2D47}" type="pres">
      <dgm:prSet presAssocID="{0C059E85-1003-4338-A4B3-0922F895D5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87229B-93DD-41B8-B743-624BFE6627CA}" type="pres">
      <dgm:prSet presAssocID="{E590C6A3-4752-4FFB-8E1C-31DF9CDF331C}" presName="spacer" presStyleCnt="0"/>
      <dgm:spPr/>
    </dgm:pt>
    <dgm:pt modelId="{E1238700-C43C-4945-9631-8FBC25E6B893}" type="pres">
      <dgm:prSet presAssocID="{29A0A713-A05F-45C1-9805-7E26189820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65AD58-D69C-4028-89F0-D4AC7E932329}" type="pres">
      <dgm:prSet presAssocID="{7C3109A4-14BA-4037-872E-41DB4B553AC9}" presName="spacer" presStyleCnt="0"/>
      <dgm:spPr/>
    </dgm:pt>
    <dgm:pt modelId="{1ADB07A5-13C4-425A-A609-1523418005BA}" type="pres">
      <dgm:prSet presAssocID="{2CC85B81-A9D0-4CAF-891C-B4063E9C29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153799-A300-433B-9F2A-2BCA5A38C8C6}" type="pres">
      <dgm:prSet presAssocID="{5A8249B5-9F77-45E0-B169-BDF865D8351D}" presName="spacer" presStyleCnt="0"/>
      <dgm:spPr/>
    </dgm:pt>
    <dgm:pt modelId="{9B8EFFA7-89C1-477A-95DF-72CBD080B300}" type="pres">
      <dgm:prSet presAssocID="{872B5D1F-7CCF-4B8A-8B8E-1D5B8FB336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DBF718-0ECF-49C1-ADD6-B4909656F83B}" type="presOf" srcId="{872B5D1F-7CCF-4B8A-8B8E-1D5B8FB33639}" destId="{9B8EFFA7-89C1-477A-95DF-72CBD080B300}" srcOrd="0" destOrd="0" presId="urn:microsoft.com/office/officeart/2005/8/layout/vList2"/>
    <dgm:cxn modelId="{46979824-657B-4978-9852-A30E9FCE7615}" type="presOf" srcId="{0C059E85-1003-4338-A4B3-0922F895D5A2}" destId="{448132B5-DCD7-476E-B65B-1F20E8CC2D47}" srcOrd="0" destOrd="0" presId="urn:microsoft.com/office/officeart/2005/8/layout/vList2"/>
    <dgm:cxn modelId="{AC8C3F35-905A-4D20-8E38-910E1FF76311}" srcId="{E0C20E82-9698-4081-BA20-CC3CE1C5B1D1}" destId="{872B5D1F-7CCF-4B8A-8B8E-1D5B8FB33639}" srcOrd="3" destOrd="0" parTransId="{C084428B-2CF7-4D3B-AA7E-8D911C1CB215}" sibTransId="{18ECEA9D-39C8-4E85-AB01-3664DDE02631}"/>
    <dgm:cxn modelId="{78228337-E4C9-448E-A0B4-133E723900A3}" type="presOf" srcId="{2CC85B81-A9D0-4CAF-891C-B4063E9C29AF}" destId="{1ADB07A5-13C4-425A-A609-1523418005BA}" srcOrd="0" destOrd="0" presId="urn:microsoft.com/office/officeart/2005/8/layout/vList2"/>
    <dgm:cxn modelId="{E813E974-4622-4136-8F9F-3EB129319225}" srcId="{E0C20E82-9698-4081-BA20-CC3CE1C5B1D1}" destId="{2CC85B81-A9D0-4CAF-891C-B4063E9C29AF}" srcOrd="2" destOrd="0" parTransId="{B1C4BEC3-9A7F-4945-9B94-6243247C1A45}" sibTransId="{5A8249B5-9F77-45E0-B169-BDF865D8351D}"/>
    <dgm:cxn modelId="{A892C258-2FB0-42C3-9F82-B20E53A2BC4C}" srcId="{E0C20E82-9698-4081-BA20-CC3CE1C5B1D1}" destId="{29A0A713-A05F-45C1-9805-7E2618982013}" srcOrd="1" destOrd="0" parTransId="{79DCA6D8-BB6E-44BC-96B0-BEF519769877}" sibTransId="{7C3109A4-14BA-4037-872E-41DB4B553AC9}"/>
    <dgm:cxn modelId="{25A147A4-CBF9-4685-92C0-E90243A59755}" type="presOf" srcId="{E0C20E82-9698-4081-BA20-CC3CE1C5B1D1}" destId="{D367D50C-0DF5-421A-9557-43505C93385D}" srcOrd="0" destOrd="0" presId="urn:microsoft.com/office/officeart/2005/8/layout/vList2"/>
    <dgm:cxn modelId="{049B11A8-CB06-4C52-8223-91C1A6A4BDB8}" srcId="{E0C20E82-9698-4081-BA20-CC3CE1C5B1D1}" destId="{0C059E85-1003-4338-A4B3-0922F895D5A2}" srcOrd="0" destOrd="0" parTransId="{7C9AAA27-01C1-442A-BD4C-F977E0FCB139}" sibTransId="{E590C6A3-4752-4FFB-8E1C-31DF9CDF331C}"/>
    <dgm:cxn modelId="{B01DDAD4-D02A-4D4D-BDBB-B110219BB338}" type="presOf" srcId="{29A0A713-A05F-45C1-9805-7E2618982013}" destId="{E1238700-C43C-4945-9631-8FBC25E6B893}" srcOrd="0" destOrd="0" presId="urn:microsoft.com/office/officeart/2005/8/layout/vList2"/>
    <dgm:cxn modelId="{47EC6859-F560-4191-8D9A-558D90B9E74D}" type="presParOf" srcId="{D367D50C-0DF5-421A-9557-43505C93385D}" destId="{448132B5-DCD7-476E-B65B-1F20E8CC2D47}" srcOrd="0" destOrd="0" presId="urn:microsoft.com/office/officeart/2005/8/layout/vList2"/>
    <dgm:cxn modelId="{F0F2C982-25BB-48C1-9518-A351C0171F02}" type="presParOf" srcId="{D367D50C-0DF5-421A-9557-43505C93385D}" destId="{5287229B-93DD-41B8-B743-624BFE6627CA}" srcOrd="1" destOrd="0" presId="urn:microsoft.com/office/officeart/2005/8/layout/vList2"/>
    <dgm:cxn modelId="{9FA698A2-3BCB-4EE7-B0E8-987DE96CC4F7}" type="presParOf" srcId="{D367D50C-0DF5-421A-9557-43505C93385D}" destId="{E1238700-C43C-4945-9631-8FBC25E6B893}" srcOrd="2" destOrd="0" presId="urn:microsoft.com/office/officeart/2005/8/layout/vList2"/>
    <dgm:cxn modelId="{BF558CD4-72E0-4A98-8208-14079E5B3244}" type="presParOf" srcId="{D367D50C-0DF5-421A-9557-43505C93385D}" destId="{3165AD58-D69C-4028-89F0-D4AC7E932329}" srcOrd="3" destOrd="0" presId="urn:microsoft.com/office/officeart/2005/8/layout/vList2"/>
    <dgm:cxn modelId="{C8384907-CF9C-4254-BB11-FA3D5A1D1E2F}" type="presParOf" srcId="{D367D50C-0DF5-421A-9557-43505C93385D}" destId="{1ADB07A5-13C4-425A-A609-1523418005BA}" srcOrd="4" destOrd="0" presId="urn:microsoft.com/office/officeart/2005/8/layout/vList2"/>
    <dgm:cxn modelId="{807A2A03-B69E-4282-88EE-3E2DE60F78F0}" type="presParOf" srcId="{D367D50C-0DF5-421A-9557-43505C93385D}" destId="{0C153799-A300-433B-9F2A-2BCA5A38C8C6}" srcOrd="5" destOrd="0" presId="urn:microsoft.com/office/officeart/2005/8/layout/vList2"/>
    <dgm:cxn modelId="{A7D8FC0A-9012-45DA-BBA2-68E2EE2C29EC}" type="presParOf" srcId="{D367D50C-0DF5-421A-9557-43505C93385D}" destId="{9B8EFFA7-89C1-477A-95DF-72CBD080B3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D436B83-547A-4590-BE6E-02BA1375608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A86772-1761-4BD7-BE6A-364F56395C81}">
      <dgm:prSet/>
      <dgm:spPr/>
      <dgm:t>
        <a:bodyPr/>
        <a:lstStyle/>
        <a:p>
          <a:r>
            <a:rPr lang="en-US"/>
            <a:t>QA in 2026 is not about writing tests.</a:t>
          </a:r>
        </a:p>
      </dgm:t>
    </dgm:pt>
    <dgm:pt modelId="{35A53EEC-FA6E-4617-9FB7-332845FCE741}" type="parTrans" cxnId="{2FEE79B7-7B78-4466-9136-4258B3CC36FF}">
      <dgm:prSet/>
      <dgm:spPr/>
      <dgm:t>
        <a:bodyPr/>
        <a:lstStyle/>
        <a:p>
          <a:endParaRPr lang="en-US"/>
        </a:p>
      </dgm:t>
    </dgm:pt>
    <dgm:pt modelId="{035336BE-1499-4AAB-B1FF-5F7EBC89B2EC}" type="sibTrans" cxnId="{2FEE79B7-7B78-4466-9136-4258B3CC36FF}">
      <dgm:prSet/>
      <dgm:spPr/>
      <dgm:t>
        <a:bodyPr/>
        <a:lstStyle/>
        <a:p>
          <a:endParaRPr lang="en-US"/>
        </a:p>
      </dgm:t>
    </dgm:pt>
    <dgm:pt modelId="{2D06979D-EA4B-4D1C-9686-A3CF98B79F61}">
      <dgm:prSet/>
      <dgm:spPr/>
      <dgm:t>
        <a:bodyPr/>
        <a:lstStyle/>
        <a:p>
          <a:r>
            <a:rPr lang="en-US"/>
            <a:t>It’s about designing intelligent quality systems.</a:t>
          </a:r>
        </a:p>
      </dgm:t>
    </dgm:pt>
    <dgm:pt modelId="{25834D6A-35FE-4254-99AB-178A623402F6}" type="parTrans" cxnId="{B599289A-D420-44F7-8243-D661A186ADD7}">
      <dgm:prSet/>
      <dgm:spPr/>
      <dgm:t>
        <a:bodyPr/>
        <a:lstStyle/>
        <a:p>
          <a:endParaRPr lang="en-US"/>
        </a:p>
      </dgm:t>
    </dgm:pt>
    <dgm:pt modelId="{A8E45483-848E-4D13-AAC9-E289763D04D2}" type="sibTrans" cxnId="{B599289A-D420-44F7-8243-D661A186ADD7}">
      <dgm:prSet/>
      <dgm:spPr/>
      <dgm:t>
        <a:bodyPr/>
        <a:lstStyle/>
        <a:p>
          <a:endParaRPr lang="en-US"/>
        </a:p>
      </dgm:t>
    </dgm:pt>
    <dgm:pt modelId="{0C67CF91-3A81-46CE-A91F-BB510840DDAE}" type="pres">
      <dgm:prSet presAssocID="{BD436B83-547A-4590-BE6E-02BA13756082}" presName="linear" presStyleCnt="0">
        <dgm:presLayoutVars>
          <dgm:animLvl val="lvl"/>
          <dgm:resizeHandles val="exact"/>
        </dgm:presLayoutVars>
      </dgm:prSet>
      <dgm:spPr/>
    </dgm:pt>
    <dgm:pt modelId="{3DC585B4-76FE-4E6C-82FC-41C3D929AE72}" type="pres">
      <dgm:prSet presAssocID="{95A86772-1761-4BD7-BE6A-364F56395C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277E043-8E42-461B-BCED-42776B08AD71}" type="pres">
      <dgm:prSet presAssocID="{035336BE-1499-4AAB-B1FF-5F7EBC89B2EC}" presName="spacer" presStyleCnt="0"/>
      <dgm:spPr/>
    </dgm:pt>
    <dgm:pt modelId="{36EC899E-86D2-4737-818C-E6CE0362A72A}" type="pres">
      <dgm:prSet presAssocID="{2D06979D-EA4B-4D1C-9686-A3CF98B79F6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0576572-6A37-47B1-9C5A-537E4A66458D}" type="presOf" srcId="{BD436B83-547A-4590-BE6E-02BA13756082}" destId="{0C67CF91-3A81-46CE-A91F-BB510840DDAE}" srcOrd="0" destOrd="0" presId="urn:microsoft.com/office/officeart/2005/8/layout/vList2"/>
    <dgm:cxn modelId="{B599289A-D420-44F7-8243-D661A186ADD7}" srcId="{BD436B83-547A-4590-BE6E-02BA13756082}" destId="{2D06979D-EA4B-4D1C-9686-A3CF98B79F61}" srcOrd="1" destOrd="0" parTransId="{25834D6A-35FE-4254-99AB-178A623402F6}" sibTransId="{A8E45483-848E-4D13-AAC9-E289763D04D2}"/>
    <dgm:cxn modelId="{2FEE79B7-7B78-4466-9136-4258B3CC36FF}" srcId="{BD436B83-547A-4590-BE6E-02BA13756082}" destId="{95A86772-1761-4BD7-BE6A-364F56395C81}" srcOrd="0" destOrd="0" parTransId="{35A53EEC-FA6E-4617-9FB7-332845FCE741}" sibTransId="{035336BE-1499-4AAB-B1FF-5F7EBC89B2EC}"/>
    <dgm:cxn modelId="{AE5287B8-E2DD-4DBA-A3B6-1A2BBEF9BFF7}" type="presOf" srcId="{95A86772-1761-4BD7-BE6A-364F56395C81}" destId="{3DC585B4-76FE-4E6C-82FC-41C3D929AE72}" srcOrd="0" destOrd="0" presId="urn:microsoft.com/office/officeart/2005/8/layout/vList2"/>
    <dgm:cxn modelId="{2AEF0DDC-8C6B-4BC9-B089-45A96E5FECFF}" type="presOf" srcId="{2D06979D-EA4B-4D1C-9686-A3CF98B79F61}" destId="{36EC899E-86D2-4737-818C-E6CE0362A72A}" srcOrd="0" destOrd="0" presId="urn:microsoft.com/office/officeart/2005/8/layout/vList2"/>
    <dgm:cxn modelId="{445E58D4-3AF0-4D68-846D-530AB3C7496C}" type="presParOf" srcId="{0C67CF91-3A81-46CE-A91F-BB510840DDAE}" destId="{3DC585B4-76FE-4E6C-82FC-41C3D929AE72}" srcOrd="0" destOrd="0" presId="urn:microsoft.com/office/officeart/2005/8/layout/vList2"/>
    <dgm:cxn modelId="{865F4984-56DA-402B-938F-9A404C2BEF26}" type="presParOf" srcId="{0C67CF91-3A81-46CE-A91F-BB510840DDAE}" destId="{D277E043-8E42-461B-BCED-42776B08AD71}" srcOrd="1" destOrd="0" presId="urn:microsoft.com/office/officeart/2005/8/layout/vList2"/>
    <dgm:cxn modelId="{BA641ADF-58ED-4E66-8FB8-CCC01E647F5B}" type="presParOf" srcId="{0C67CF91-3A81-46CE-A91F-BB510840DDAE}" destId="{36EC899E-86D2-4737-818C-E6CE0362A7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F19CF96-7D9E-4A3A-9ADF-460400E63B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A37CC5-DD90-40EF-8799-92244BBEBD18}">
      <dgm:prSet/>
      <dgm:spPr/>
      <dgm:t>
        <a:bodyPr/>
        <a:lstStyle/>
        <a:p>
          <a:r>
            <a:rPr lang="en-US"/>
            <a:t>Like, Share &amp; Subscribe</a:t>
          </a:r>
        </a:p>
      </dgm:t>
    </dgm:pt>
    <dgm:pt modelId="{73CCA0DB-AA8D-4F59-BEEB-97063E6BA4CD}" type="parTrans" cxnId="{0E6E1BBA-1E28-4795-97E6-B6078011F876}">
      <dgm:prSet/>
      <dgm:spPr/>
      <dgm:t>
        <a:bodyPr/>
        <a:lstStyle/>
        <a:p>
          <a:endParaRPr lang="en-US"/>
        </a:p>
      </dgm:t>
    </dgm:pt>
    <dgm:pt modelId="{D6DCEFE8-E96F-4AB4-BDD8-8ADD78E2C7C3}" type="sibTrans" cxnId="{0E6E1BBA-1E28-4795-97E6-B6078011F876}">
      <dgm:prSet/>
      <dgm:spPr/>
      <dgm:t>
        <a:bodyPr/>
        <a:lstStyle/>
        <a:p>
          <a:endParaRPr lang="en-US"/>
        </a:p>
      </dgm:t>
    </dgm:pt>
    <dgm:pt modelId="{62D63D16-49DF-4107-B04E-7CE5BCC2D6F1}">
      <dgm:prSet/>
      <dgm:spPr/>
      <dgm:t>
        <a:bodyPr/>
        <a:lstStyle/>
        <a:p>
          <a:r>
            <a:rPr lang="en-US"/>
            <a:t>Comment your thoughts on AI in QA</a:t>
          </a:r>
        </a:p>
      </dgm:t>
    </dgm:pt>
    <dgm:pt modelId="{F6648903-C367-4466-8327-5322A01D1773}" type="parTrans" cxnId="{E2AB6586-4CCD-407A-AC0B-211C779FC493}">
      <dgm:prSet/>
      <dgm:spPr/>
      <dgm:t>
        <a:bodyPr/>
        <a:lstStyle/>
        <a:p>
          <a:endParaRPr lang="en-US"/>
        </a:p>
      </dgm:t>
    </dgm:pt>
    <dgm:pt modelId="{B3C26B7F-DBE8-40F9-AD67-B9A10959A627}" type="sibTrans" cxnId="{E2AB6586-4CCD-407A-AC0B-211C779FC493}">
      <dgm:prSet/>
      <dgm:spPr/>
      <dgm:t>
        <a:bodyPr/>
        <a:lstStyle/>
        <a:p>
          <a:endParaRPr lang="en-US"/>
        </a:p>
      </dgm:t>
    </dgm:pt>
    <dgm:pt modelId="{7E30842E-AAB6-4007-890D-D9040E4D808F}" type="pres">
      <dgm:prSet presAssocID="{DF19CF96-7D9E-4A3A-9ADF-460400E63BFC}" presName="linear" presStyleCnt="0">
        <dgm:presLayoutVars>
          <dgm:animLvl val="lvl"/>
          <dgm:resizeHandles val="exact"/>
        </dgm:presLayoutVars>
      </dgm:prSet>
      <dgm:spPr/>
    </dgm:pt>
    <dgm:pt modelId="{CDA1C73D-3D47-4F6C-B36E-FB8DEFB41B79}" type="pres">
      <dgm:prSet presAssocID="{87A37CC5-DD90-40EF-8799-92244BBEBD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7F5E08-3D25-4F75-90AF-702AEC71A648}" type="pres">
      <dgm:prSet presAssocID="{D6DCEFE8-E96F-4AB4-BDD8-8ADD78E2C7C3}" presName="spacer" presStyleCnt="0"/>
      <dgm:spPr/>
    </dgm:pt>
    <dgm:pt modelId="{E6E879F0-AA50-4BC5-98B6-3FF865293D37}" type="pres">
      <dgm:prSet presAssocID="{62D63D16-49DF-4107-B04E-7CE5BCC2D6F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B757014-6F94-41E2-AB94-92EA59C3A4E6}" type="presOf" srcId="{87A37CC5-DD90-40EF-8799-92244BBEBD18}" destId="{CDA1C73D-3D47-4F6C-B36E-FB8DEFB41B79}" srcOrd="0" destOrd="0" presId="urn:microsoft.com/office/officeart/2005/8/layout/vList2"/>
    <dgm:cxn modelId="{E2AB6586-4CCD-407A-AC0B-211C779FC493}" srcId="{DF19CF96-7D9E-4A3A-9ADF-460400E63BFC}" destId="{62D63D16-49DF-4107-B04E-7CE5BCC2D6F1}" srcOrd="1" destOrd="0" parTransId="{F6648903-C367-4466-8327-5322A01D1773}" sibTransId="{B3C26B7F-DBE8-40F9-AD67-B9A10959A627}"/>
    <dgm:cxn modelId="{F42C218E-32DB-4DA2-8DCE-E4FFBBCD7FF3}" type="presOf" srcId="{DF19CF96-7D9E-4A3A-9ADF-460400E63BFC}" destId="{7E30842E-AAB6-4007-890D-D9040E4D808F}" srcOrd="0" destOrd="0" presId="urn:microsoft.com/office/officeart/2005/8/layout/vList2"/>
    <dgm:cxn modelId="{0E6E1BBA-1E28-4795-97E6-B6078011F876}" srcId="{DF19CF96-7D9E-4A3A-9ADF-460400E63BFC}" destId="{87A37CC5-DD90-40EF-8799-92244BBEBD18}" srcOrd="0" destOrd="0" parTransId="{73CCA0DB-AA8D-4F59-BEEB-97063E6BA4CD}" sibTransId="{D6DCEFE8-E96F-4AB4-BDD8-8ADD78E2C7C3}"/>
    <dgm:cxn modelId="{DA8A90FA-777E-4EFC-BA34-A59503A4B1F8}" type="presOf" srcId="{62D63D16-49DF-4107-B04E-7CE5BCC2D6F1}" destId="{E6E879F0-AA50-4BC5-98B6-3FF865293D37}" srcOrd="0" destOrd="0" presId="urn:microsoft.com/office/officeart/2005/8/layout/vList2"/>
    <dgm:cxn modelId="{3A986EC3-96F1-4DD6-A94A-44D0151A640E}" type="presParOf" srcId="{7E30842E-AAB6-4007-890D-D9040E4D808F}" destId="{CDA1C73D-3D47-4F6C-B36E-FB8DEFB41B79}" srcOrd="0" destOrd="0" presId="urn:microsoft.com/office/officeart/2005/8/layout/vList2"/>
    <dgm:cxn modelId="{7AEAA187-333F-4C9A-8680-6E37A82283F4}" type="presParOf" srcId="{7E30842E-AAB6-4007-890D-D9040E4D808F}" destId="{B47F5E08-3D25-4F75-90AF-702AEC71A648}" srcOrd="1" destOrd="0" presId="urn:microsoft.com/office/officeart/2005/8/layout/vList2"/>
    <dgm:cxn modelId="{1414C455-3F82-4B09-ABAB-9F59A08EB7E2}" type="presParOf" srcId="{7E30842E-AAB6-4007-890D-D9040E4D808F}" destId="{E6E879F0-AA50-4BC5-98B6-3FF865293D3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BC62A-4F93-4BC3-B753-9D2414B63B72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Playwright, Cypress, Selenium dominate</a:t>
          </a:r>
        </a:p>
      </dsp:txBody>
      <dsp:txXfrm>
        <a:off x="28038" y="28038"/>
        <a:ext cx="5195473" cy="901218"/>
      </dsp:txXfrm>
    </dsp:sp>
    <dsp:sp modelId="{17931CA0-85DA-4FE9-94AB-CFECBD0EF4B1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Script-based automation</a:t>
          </a:r>
        </a:p>
      </dsp:txBody>
      <dsp:txXfrm>
        <a:off x="556446" y="1159385"/>
        <a:ext cx="5102633" cy="901218"/>
      </dsp:txXfrm>
    </dsp:sp>
    <dsp:sp modelId="{05273614-1876-41D0-9BA6-7378FCD96B37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CI/CD focused</a:t>
          </a:r>
        </a:p>
      </dsp:txBody>
      <dsp:txXfrm>
        <a:off x="1076969" y="2290733"/>
        <a:ext cx="5110520" cy="901218"/>
      </dsp:txXfrm>
    </dsp:sp>
    <dsp:sp modelId="{1881876F-FA17-4D57-9183-2EDEDEC61AD6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High maintenance cost</a:t>
          </a:r>
        </a:p>
      </dsp:txBody>
      <dsp:txXfrm>
        <a:off x="1605378" y="3422081"/>
        <a:ext cx="5102633" cy="901218"/>
      </dsp:txXfrm>
    </dsp:sp>
    <dsp:sp modelId="{AFC3BF89-8CBC-4349-BC2E-C1BE25C6A2AD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090D1FA9-936A-4186-92E7-250E9E4784BC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76B0322C-657C-4378-8D64-0D7539AD3F29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9C62E-3AE9-4160-A256-871E4845AB1E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E84C1-E2B4-4EA2-9B1C-FC37A9A30AEE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Flaky tests</a:t>
          </a:r>
        </a:p>
      </dsp:txBody>
      <dsp:txXfrm>
        <a:off x="0" y="0"/>
        <a:ext cx="3993357" cy="979884"/>
      </dsp:txXfrm>
    </dsp:sp>
    <dsp:sp modelId="{1D09C389-A3C1-4585-96DA-C524BE0AE576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84A7E-6EF5-4D2B-A5CC-62EDB3FA5356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Slow scaling</a:t>
          </a:r>
        </a:p>
      </dsp:txBody>
      <dsp:txXfrm>
        <a:off x="0" y="979884"/>
        <a:ext cx="3993357" cy="979884"/>
      </dsp:txXfrm>
    </dsp:sp>
    <dsp:sp modelId="{550E0F69-4CEF-4BC1-BD73-B77AB9ADF2F6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C778F-BAD0-4A7A-BFB9-B5D7FC312697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Manual bottlenecks</a:t>
          </a:r>
        </a:p>
      </dsp:txBody>
      <dsp:txXfrm>
        <a:off x="0" y="1959768"/>
        <a:ext cx="3993357" cy="979884"/>
      </dsp:txXfrm>
    </dsp:sp>
    <dsp:sp modelId="{C05BD0D3-2DC9-46CC-AA9E-550C82EFB056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4207D-65CE-4328-859A-460456005FCD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Limited intelligence</a:t>
          </a:r>
        </a:p>
      </dsp:txBody>
      <dsp:txXfrm>
        <a:off x="0" y="2939653"/>
        <a:ext cx="3993357" cy="979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1420C-EA36-4781-AF3E-E00C706DC52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2F3C3-0621-4F6E-8C20-0C140E5955F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41226-DB35-46D8-ADF2-34B9C9EBAEF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LLM-powered testing</a:t>
          </a:r>
        </a:p>
      </dsp:txBody>
      <dsp:txXfrm>
        <a:off x="25435" y="2456402"/>
        <a:ext cx="1800000" cy="720000"/>
      </dsp:txXfrm>
    </dsp:sp>
    <dsp:sp modelId="{7E512DD2-0213-4602-A868-F1F8722DF67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454D9-F841-4837-81A7-4F7D2FBC687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A2786-DB10-4355-B97E-9925ADEB01BB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Auto test generation</a:t>
          </a:r>
        </a:p>
      </dsp:txBody>
      <dsp:txXfrm>
        <a:off x="2140435" y="2456402"/>
        <a:ext cx="1800000" cy="720000"/>
      </dsp:txXfrm>
    </dsp:sp>
    <dsp:sp modelId="{A0E368A6-E7B8-47CF-B565-86E1332F21A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F5B81-5379-4FF4-8A29-135BFE92242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DE69F-10E5-4E89-A1E2-0B2347965D1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Smart bug detection</a:t>
          </a:r>
        </a:p>
      </dsp:txBody>
      <dsp:txXfrm>
        <a:off x="4255435" y="2456402"/>
        <a:ext cx="1800000" cy="720000"/>
      </dsp:txXfrm>
    </dsp:sp>
    <dsp:sp modelId="{ECE26482-34F9-4A66-A690-94496189EA9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9B007-BCD7-42DA-BA37-E3C4E8AA28C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0408C-9300-4D5B-8DFF-7EC1E535150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- Context-aware testing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E1CD2-118E-4E32-9C3D-FFD000D20A0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04220-8CBD-4013-9F01-FC851EA0C3D3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3BBF3-6FDF-4739-AB11-14D2F66D2E1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- AI-first pipelines</a:t>
          </a:r>
        </a:p>
      </dsp:txBody>
      <dsp:txXfrm>
        <a:off x="25435" y="2456402"/>
        <a:ext cx="1800000" cy="720000"/>
      </dsp:txXfrm>
    </dsp:sp>
    <dsp:sp modelId="{0A14F774-7324-42B9-973E-F45D7B6869BB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E116F-7AD6-4F71-B529-D8DC1A242E2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47C2E-653C-477B-B917-9E72BCD9DA71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- Agent-driven QA</a:t>
          </a:r>
        </a:p>
      </dsp:txBody>
      <dsp:txXfrm>
        <a:off x="2140435" y="2456402"/>
        <a:ext cx="1800000" cy="720000"/>
      </dsp:txXfrm>
    </dsp:sp>
    <dsp:sp modelId="{EE64BAFC-E9EC-4AC6-B436-3B9AD736772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98D58-4B22-4028-9A6E-A204E5B71E2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3DBE0-EE48-4E35-B95A-BD57761F1D73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- Self-healing tests</a:t>
          </a:r>
        </a:p>
      </dsp:txBody>
      <dsp:txXfrm>
        <a:off x="4255435" y="2456402"/>
        <a:ext cx="1800000" cy="720000"/>
      </dsp:txXfrm>
    </dsp:sp>
    <dsp:sp modelId="{11C611DB-0935-411A-9D0F-4378EF39C5C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3AFA2-0BAB-4514-A68B-CDEDDA1D697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671DC-83BD-4C46-9E3B-705CE432184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- Continuous quality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E5C84-491F-4AF6-8B96-5FE610632633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1E412-4F08-41B6-B7DE-88B97868252A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Strong coding foundation</a:t>
          </a:r>
        </a:p>
      </dsp:txBody>
      <dsp:txXfrm>
        <a:off x="590191" y="770569"/>
        <a:ext cx="1821339" cy="1821339"/>
      </dsp:txXfrm>
    </dsp:sp>
    <dsp:sp modelId="{A6026437-681B-4A33-AF5C-924A31442E6F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AI &amp; LLM understanding</a:t>
          </a:r>
        </a:p>
      </dsp:txBody>
      <dsp:txXfrm>
        <a:off x="2763852" y="770569"/>
        <a:ext cx="1821339" cy="1821339"/>
      </dsp:txXfrm>
    </dsp:sp>
    <dsp:sp modelId="{CD9096A8-0088-4E44-B26B-3C637061B217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Agent workflow orchestration</a:t>
          </a:r>
        </a:p>
      </dsp:txBody>
      <dsp:txXfrm>
        <a:off x="590191" y="2944231"/>
        <a:ext cx="1821339" cy="1821339"/>
      </dsp:txXfrm>
    </dsp:sp>
    <dsp:sp modelId="{FC6E69E1-FEF7-4B43-AE7F-45C5EDBA583C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Quality strategy mindset</a:t>
          </a:r>
        </a:p>
      </dsp:txBody>
      <dsp:txXfrm>
        <a:off x="2763852" y="2944231"/>
        <a:ext cx="1821339" cy="18213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4A9EA-3DD1-4F10-9594-90489E32FC85}">
      <dsp:nvSpPr>
        <dsp:cNvPr id="0" name=""/>
        <dsp:cNvSpPr/>
      </dsp:nvSpPr>
      <dsp:spPr>
        <a:xfrm>
          <a:off x="0" y="937920"/>
          <a:ext cx="5175384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Autonomous test agents</a:t>
          </a:r>
        </a:p>
      </dsp:txBody>
      <dsp:txXfrm>
        <a:off x="40980" y="978900"/>
        <a:ext cx="5093424" cy="757514"/>
      </dsp:txXfrm>
    </dsp:sp>
    <dsp:sp modelId="{06F773FD-D7A4-4F02-89B7-D9AC3E4FEF9F}">
      <dsp:nvSpPr>
        <dsp:cNvPr id="0" name=""/>
        <dsp:cNvSpPr/>
      </dsp:nvSpPr>
      <dsp:spPr>
        <a:xfrm>
          <a:off x="0" y="1878195"/>
          <a:ext cx="5175384" cy="8394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Self-maintaining suites</a:t>
          </a:r>
        </a:p>
      </dsp:txBody>
      <dsp:txXfrm>
        <a:off x="40980" y="1919175"/>
        <a:ext cx="5093424" cy="757514"/>
      </dsp:txXfrm>
    </dsp:sp>
    <dsp:sp modelId="{C2EAF333-09AC-4F7E-9C1C-71AF15C627DD}">
      <dsp:nvSpPr>
        <dsp:cNvPr id="0" name=""/>
        <dsp:cNvSpPr/>
      </dsp:nvSpPr>
      <dsp:spPr>
        <a:xfrm>
          <a:off x="0" y="2818470"/>
          <a:ext cx="5175384" cy="8394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Exploratory AI testing</a:t>
          </a:r>
        </a:p>
      </dsp:txBody>
      <dsp:txXfrm>
        <a:off x="40980" y="2859450"/>
        <a:ext cx="5093424" cy="757514"/>
      </dsp:txXfrm>
    </dsp:sp>
    <dsp:sp modelId="{B400C353-7EEB-4AEC-900A-2893D7B8973C}">
      <dsp:nvSpPr>
        <dsp:cNvPr id="0" name=""/>
        <dsp:cNvSpPr/>
      </dsp:nvSpPr>
      <dsp:spPr>
        <a:xfrm>
          <a:off x="0" y="3758745"/>
          <a:ext cx="5175384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Production monitoring</a:t>
          </a:r>
        </a:p>
      </dsp:txBody>
      <dsp:txXfrm>
        <a:off x="40980" y="3799725"/>
        <a:ext cx="5093424" cy="7575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AC8F8-667C-4A3D-AD6D-3D7643FB895F}">
      <dsp:nvSpPr>
        <dsp:cNvPr id="0" name=""/>
        <dsp:cNvSpPr/>
      </dsp:nvSpPr>
      <dsp:spPr>
        <a:xfrm>
          <a:off x="0" y="990210"/>
          <a:ext cx="5175384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Traditional tools + AI layer</a:t>
          </a:r>
        </a:p>
      </dsp:txBody>
      <dsp:txXfrm>
        <a:off x="39809" y="1030019"/>
        <a:ext cx="5095766" cy="735872"/>
      </dsp:txXfrm>
    </dsp:sp>
    <dsp:sp modelId="{A8057D6A-F23E-4D62-9261-F9A2428BF26F}">
      <dsp:nvSpPr>
        <dsp:cNvPr id="0" name=""/>
        <dsp:cNvSpPr/>
      </dsp:nvSpPr>
      <dsp:spPr>
        <a:xfrm>
          <a:off x="0" y="1903620"/>
          <a:ext cx="5175384" cy="81549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Playwright with agents</a:t>
          </a:r>
        </a:p>
      </dsp:txBody>
      <dsp:txXfrm>
        <a:off x="39809" y="1943429"/>
        <a:ext cx="5095766" cy="735872"/>
      </dsp:txXfrm>
    </dsp:sp>
    <dsp:sp modelId="{522E13CD-DD19-4172-8F0F-09D17B2125BB}">
      <dsp:nvSpPr>
        <dsp:cNvPr id="0" name=""/>
        <dsp:cNvSpPr/>
      </dsp:nvSpPr>
      <dsp:spPr>
        <a:xfrm>
          <a:off x="0" y="2817030"/>
          <a:ext cx="5175384" cy="81549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AI-driven Cypress</a:t>
          </a:r>
        </a:p>
      </dsp:txBody>
      <dsp:txXfrm>
        <a:off x="39809" y="2856839"/>
        <a:ext cx="5095766" cy="735872"/>
      </dsp:txXfrm>
    </dsp:sp>
    <dsp:sp modelId="{1E475BB3-EA64-417F-969C-82B56423630F}">
      <dsp:nvSpPr>
        <dsp:cNvPr id="0" name=""/>
        <dsp:cNvSpPr/>
      </dsp:nvSpPr>
      <dsp:spPr>
        <a:xfrm>
          <a:off x="0" y="3730440"/>
          <a:ext cx="5175384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Intelligent Selenium</a:t>
          </a:r>
        </a:p>
      </dsp:txBody>
      <dsp:txXfrm>
        <a:off x="39809" y="3770249"/>
        <a:ext cx="5095766" cy="7358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658D4-D4F4-4302-8ED3-A54962EA6A4A}">
      <dsp:nvSpPr>
        <dsp:cNvPr id="0" name=""/>
        <dsp:cNvSpPr/>
      </dsp:nvSpPr>
      <dsp:spPr>
        <a:xfrm>
          <a:off x="0" y="781050"/>
          <a:ext cx="5175384" cy="9114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Design quality systems</a:t>
          </a:r>
        </a:p>
      </dsp:txBody>
      <dsp:txXfrm>
        <a:off x="44492" y="825542"/>
        <a:ext cx="5086400" cy="822446"/>
      </dsp:txXfrm>
    </dsp:sp>
    <dsp:sp modelId="{87707689-EE75-4423-B005-20CB6C303AA5}">
      <dsp:nvSpPr>
        <dsp:cNvPr id="0" name=""/>
        <dsp:cNvSpPr/>
      </dsp:nvSpPr>
      <dsp:spPr>
        <a:xfrm>
          <a:off x="0" y="1801920"/>
          <a:ext cx="5175384" cy="91143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Guide AI agents</a:t>
          </a:r>
        </a:p>
      </dsp:txBody>
      <dsp:txXfrm>
        <a:off x="44492" y="1846412"/>
        <a:ext cx="5086400" cy="822446"/>
      </dsp:txXfrm>
    </dsp:sp>
    <dsp:sp modelId="{6FC43AC0-4045-449A-8A26-34EEF8ED18BF}">
      <dsp:nvSpPr>
        <dsp:cNvPr id="0" name=""/>
        <dsp:cNvSpPr/>
      </dsp:nvSpPr>
      <dsp:spPr>
        <a:xfrm>
          <a:off x="0" y="2822790"/>
          <a:ext cx="5175384" cy="91143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Validate AI output</a:t>
          </a:r>
        </a:p>
      </dsp:txBody>
      <dsp:txXfrm>
        <a:off x="44492" y="2867282"/>
        <a:ext cx="5086400" cy="822446"/>
      </dsp:txXfrm>
    </dsp:sp>
    <dsp:sp modelId="{8EF5C3E4-DD46-4C25-BC16-2829053C6BE7}">
      <dsp:nvSpPr>
        <dsp:cNvPr id="0" name=""/>
        <dsp:cNvSpPr/>
      </dsp:nvSpPr>
      <dsp:spPr>
        <a:xfrm>
          <a:off x="0" y="3843660"/>
          <a:ext cx="5175384" cy="9114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Risk-based testing</a:t>
          </a:r>
        </a:p>
      </dsp:txBody>
      <dsp:txXfrm>
        <a:off x="44492" y="3888152"/>
        <a:ext cx="5086400" cy="8224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97703-88F7-4191-95DD-A81A775B790D}">
      <dsp:nvSpPr>
        <dsp:cNvPr id="0" name=""/>
        <dsp:cNvSpPr/>
      </dsp:nvSpPr>
      <dsp:spPr>
        <a:xfrm>
          <a:off x="0" y="310440"/>
          <a:ext cx="5175384" cy="11272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- Human judgment</a:t>
          </a:r>
        </a:p>
      </dsp:txBody>
      <dsp:txXfrm>
        <a:off x="55030" y="365470"/>
        <a:ext cx="5065324" cy="1017235"/>
      </dsp:txXfrm>
    </dsp:sp>
    <dsp:sp modelId="{7753B453-90A9-4CFF-82C9-4CA172C6A4B9}">
      <dsp:nvSpPr>
        <dsp:cNvPr id="0" name=""/>
        <dsp:cNvSpPr/>
      </dsp:nvSpPr>
      <dsp:spPr>
        <a:xfrm>
          <a:off x="0" y="1573095"/>
          <a:ext cx="5175384" cy="112729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- Business context</a:t>
          </a:r>
        </a:p>
      </dsp:txBody>
      <dsp:txXfrm>
        <a:off x="55030" y="1628125"/>
        <a:ext cx="5065324" cy="1017235"/>
      </dsp:txXfrm>
    </dsp:sp>
    <dsp:sp modelId="{81EEABCB-07FB-414B-994E-D3ABC9719FD4}">
      <dsp:nvSpPr>
        <dsp:cNvPr id="0" name=""/>
        <dsp:cNvSpPr/>
      </dsp:nvSpPr>
      <dsp:spPr>
        <a:xfrm>
          <a:off x="0" y="2835750"/>
          <a:ext cx="5175384" cy="112729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- Ethics &amp; UX</a:t>
          </a:r>
        </a:p>
      </dsp:txBody>
      <dsp:txXfrm>
        <a:off x="55030" y="2890780"/>
        <a:ext cx="5065324" cy="1017235"/>
      </dsp:txXfrm>
    </dsp:sp>
    <dsp:sp modelId="{855EEFBD-EDB5-492D-92DB-D64727881DA3}">
      <dsp:nvSpPr>
        <dsp:cNvPr id="0" name=""/>
        <dsp:cNvSpPr/>
      </dsp:nvSpPr>
      <dsp:spPr>
        <a:xfrm>
          <a:off x="0" y="4098405"/>
          <a:ext cx="5175384" cy="112729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- Strategic thinking</a:t>
          </a:r>
        </a:p>
      </dsp:txBody>
      <dsp:txXfrm>
        <a:off x="55030" y="4153435"/>
        <a:ext cx="5065324" cy="1017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A5EC9-631D-46A7-B061-C087104538BB}">
      <dsp:nvSpPr>
        <dsp:cNvPr id="0" name=""/>
        <dsp:cNvSpPr/>
      </dsp:nvSpPr>
      <dsp:spPr>
        <a:xfrm>
          <a:off x="0" y="7725"/>
          <a:ext cx="5175384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1. Feature input</a:t>
          </a:r>
        </a:p>
      </dsp:txBody>
      <dsp:txXfrm>
        <a:off x="49176" y="56901"/>
        <a:ext cx="5077032" cy="909018"/>
      </dsp:txXfrm>
    </dsp:sp>
    <dsp:sp modelId="{B0122071-1915-4D7D-82ED-313302B80A6A}">
      <dsp:nvSpPr>
        <dsp:cNvPr id="0" name=""/>
        <dsp:cNvSpPr/>
      </dsp:nvSpPr>
      <dsp:spPr>
        <a:xfrm>
          <a:off x="0" y="1136055"/>
          <a:ext cx="5175384" cy="100737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2. AI generates tests</a:t>
          </a:r>
        </a:p>
      </dsp:txBody>
      <dsp:txXfrm>
        <a:off x="49176" y="1185231"/>
        <a:ext cx="5077032" cy="909018"/>
      </dsp:txXfrm>
    </dsp:sp>
    <dsp:sp modelId="{E2C4ED49-450F-4A69-98BC-BCE7711FFDDB}">
      <dsp:nvSpPr>
        <dsp:cNvPr id="0" name=""/>
        <dsp:cNvSpPr/>
      </dsp:nvSpPr>
      <dsp:spPr>
        <a:xfrm>
          <a:off x="0" y="2264385"/>
          <a:ext cx="5175384" cy="100737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3. Agent executes</a:t>
          </a:r>
        </a:p>
      </dsp:txBody>
      <dsp:txXfrm>
        <a:off x="49176" y="2313561"/>
        <a:ext cx="5077032" cy="909018"/>
      </dsp:txXfrm>
    </dsp:sp>
    <dsp:sp modelId="{4FFFB20D-BB14-4817-8B4C-5B4D57880E94}">
      <dsp:nvSpPr>
        <dsp:cNvPr id="0" name=""/>
        <dsp:cNvSpPr/>
      </dsp:nvSpPr>
      <dsp:spPr>
        <a:xfrm>
          <a:off x="0" y="3392715"/>
          <a:ext cx="5175384" cy="100737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4. AI reports</a:t>
          </a:r>
        </a:p>
      </dsp:txBody>
      <dsp:txXfrm>
        <a:off x="49176" y="3441891"/>
        <a:ext cx="5077032" cy="909018"/>
      </dsp:txXfrm>
    </dsp:sp>
    <dsp:sp modelId="{35110EB7-193D-4495-A667-86BBFAC1A848}">
      <dsp:nvSpPr>
        <dsp:cNvPr id="0" name=""/>
        <dsp:cNvSpPr/>
      </dsp:nvSpPr>
      <dsp:spPr>
        <a:xfrm>
          <a:off x="0" y="4521045"/>
          <a:ext cx="5175384" cy="10073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5. QA optimizes</a:t>
          </a:r>
        </a:p>
      </dsp:txBody>
      <dsp:txXfrm>
        <a:off x="49176" y="4570221"/>
        <a:ext cx="5077032" cy="90901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788FF-B399-44A1-A108-60A541B77043}">
      <dsp:nvSpPr>
        <dsp:cNvPr id="0" name=""/>
        <dsp:cNvSpPr/>
      </dsp:nvSpPr>
      <dsp:spPr>
        <a:xfrm>
          <a:off x="0" y="11010"/>
          <a:ext cx="5175384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Learn</a:t>
          </a:r>
        </a:p>
      </dsp:txBody>
      <dsp:txXfrm>
        <a:off x="39809" y="50819"/>
        <a:ext cx="5095766" cy="735872"/>
      </dsp:txXfrm>
    </dsp:sp>
    <dsp:sp modelId="{D0108D9C-97CD-4686-A2A3-4D401F9F5479}">
      <dsp:nvSpPr>
        <dsp:cNvPr id="0" name=""/>
        <dsp:cNvSpPr/>
      </dsp:nvSpPr>
      <dsp:spPr>
        <a:xfrm>
          <a:off x="0" y="826500"/>
          <a:ext cx="5175384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- Learn JS/Python</a:t>
          </a:r>
        </a:p>
      </dsp:txBody>
      <dsp:txXfrm>
        <a:off x="0" y="826500"/>
        <a:ext cx="5175384" cy="563040"/>
      </dsp:txXfrm>
    </dsp:sp>
    <dsp:sp modelId="{32EEFF16-8721-4DA7-8310-F8740E1AF230}">
      <dsp:nvSpPr>
        <dsp:cNvPr id="0" name=""/>
        <dsp:cNvSpPr/>
      </dsp:nvSpPr>
      <dsp:spPr>
        <a:xfrm>
          <a:off x="0" y="1389540"/>
          <a:ext cx="5175384" cy="81549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Master</a:t>
          </a:r>
        </a:p>
      </dsp:txBody>
      <dsp:txXfrm>
        <a:off x="39809" y="1429349"/>
        <a:ext cx="5095766" cy="735872"/>
      </dsp:txXfrm>
    </dsp:sp>
    <dsp:sp modelId="{EDD3573A-9F54-4651-8516-D3445922EC8F}">
      <dsp:nvSpPr>
        <dsp:cNvPr id="0" name=""/>
        <dsp:cNvSpPr/>
      </dsp:nvSpPr>
      <dsp:spPr>
        <a:xfrm>
          <a:off x="0" y="2205030"/>
          <a:ext cx="5175384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- Master Playwright/Cypress</a:t>
          </a:r>
        </a:p>
      </dsp:txBody>
      <dsp:txXfrm>
        <a:off x="0" y="2205030"/>
        <a:ext cx="5175384" cy="563040"/>
      </dsp:txXfrm>
    </dsp:sp>
    <dsp:sp modelId="{DBBB2F1E-2F21-420C-9EBA-D5FC373F0B02}">
      <dsp:nvSpPr>
        <dsp:cNvPr id="0" name=""/>
        <dsp:cNvSpPr/>
      </dsp:nvSpPr>
      <dsp:spPr>
        <a:xfrm>
          <a:off x="0" y="2768070"/>
          <a:ext cx="5175384" cy="81549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Learn</a:t>
          </a:r>
        </a:p>
      </dsp:txBody>
      <dsp:txXfrm>
        <a:off x="39809" y="2807879"/>
        <a:ext cx="5095766" cy="735872"/>
      </dsp:txXfrm>
    </dsp:sp>
    <dsp:sp modelId="{7F691FB1-5BAF-4FD8-8742-BD4041AC7CC7}">
      <dsp:nvSpPr>
        <dsp:cNvPr id="0" name=""/>
        <dsp:cNvSpPr/>
      </dsp:nvSpPr>
      <dsp:spPr>
        <a:xfrm>
          <a:off x="0" y="3583560"/>
          <a:ext cx="5175384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- Learn AI prompts</a:t>
          </a:r>
        </a:p>
      </dsp:txBody>
      <dsp:txXfrm>
        <a:off x="0" y="3583560"/>
        <a:ext cx="5175384" cy="563040"/>
      </dsp:txXfrm>
    </dsp:sp>
    <dsp:sp modelId="{32EEBCDA-3197-41BE-A32F-FBC8038F17CC}">
      <dsp:nvSpPr>
        <dsp:cNvPr id="0" name=""/>
        <dsp:cNvSpPr/>
      </dsp:nvSpPr>
      <dsp:spPr>
        <a:xfrm>
          <a:off x="0" y="4146600"/>
          <a:ext cx="5175384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Build</a:t>
          </a:r>
        </a:p>
      </dsp:txBody>
      <dsp:txXfrm>
        <a:off x="39809" y="4186409"/>
        <a:ext cx="5095766" cy="735872"/>
      </dsp:txXfrm>
    </dsp:sp>
    <dsp:sp modelId="{A8072454-C2B4-4CF7-B41B-00C8B1C15978}">
      <dsp:nvSpPr>
        <dsp:cNvPr id="0" name=""/>
        <dsp:cNvSpPr/>
      </dsp:nvSpPr>
      <dsp:spPr>
        <a:xfrm>
          <a:off x="0" y="4962090"/>
          <a:ext cx="5175384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- Build agent workflows</a:t>
          </a:r>
        </a:p>
      </dsp:txBody>
      <dsp:txXfrm>
        <a:off x="0" y="4962090"/>
        <a:ext cx="5175384" cy="5630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132B5-DCD7-476E-B65B-1F20E8CC2D47}">
      <dsp:nvSpPr>
        <dsp:cNvPr id="0" name=""/>
        <dsp:cNvSpPr/>
      </dsp:nvSpPr>
      <dsp:spPr>
        <a:xfrm>
          <a:off x="0" y="728760"/>
          <a:ext cx="5175384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Massive test coverage</a:t>
          </a:r>
        </a:p>
      </dsp:txBody>
      <dsp:txXfrm>
        <a:off x="45663" y="774423"/>
        <a:ext cx="5084058" cy="844089"/>
      </dsp:txXfrm>
    </dsp:sp>
    <dsp:sp modelId="{E1238700-C43C-4945-9631-8FBC25E6B893}">
      <dsp:nvSpPr>
        <dsp:cNvPr id="0" name=""/>
        <dsp:cNvSpPr/>
      </dsp:nvSpPr>
      <dsp:spPr>
        <a:xfrm>
          <a:off x="0" y="1776495"/>
          <a:ext cx="5175384" cy="93541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Faster releases</a:t>
          </a:r>
        </a:p>
      </dsp:txBody>
      <dsp:txXfrm>
        <a:off x="45663" y="1822158"/>
        <a:ext cx="5084058" cy="844089"/>
      </dsp:txXfrm>
    </dsp:sp>
    <dsp:sp modelId="{1ADB07A5-13C4-425A-A609-1523418005BA}">
      <dsp:nvSpPr>
        <dsp:cNvPr id="0" name=""/>
        <dsp:cNvSpPr/>
      </dsp:nvSpPr>
      <dsp:spPr>
        <a:xfrm>
          <a:off x="0" y="2824230"/>
          <a:ext cx="5175384" cy="93541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Lower cost</a:t>
          </a:r>
        </a:p>
      </dsp:txBody>
      <dsp:txXfrm>
        <a:off x="45663" y="2869893"/>
        <a:ext cx="5084058" cy="844089"/>
      </dsp:txXfrm>
    </dsp:sp>
    <dsp:sp modelId="{9B8EFFA7-89C1-477A-95DF-72CBD080B300}">
      <dsp:nvSpPr>
        <dsp:cNvPr id="0" name=""/>
        <dsp:cNvSpPr/>
      </dsp:nvSpPr>
      <dsp:spPr>
        <a:xfrm>
          <a:off x="0" y="3871965"/>
          <a:ext cx="5175384" cy="9354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Better quality</a:t>
          </a:r>
        </a:p>
      </dsp:txBody>
      <dsp:txXfrm>
        <a:off x="45663" y="3917628"/>
        <a:ext cx="5084058" cy="84408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585B4-76FE-4E6C-82FC-41C3D929AE72}">
      <dsp:nvSpPr>
        <dsp:cNvPr id="0" name=""/>
        <dsp:cNvSpPr/>
      </dsp:nvSpPr>
      <dsp:spPr>
        <a:xfrm>
          <a:off x="0" y="185942"/>
          <a:ext cx="5175384" cy="25173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QA in 2026 is not about writing tests.</a:t>
          </a:r>
        </a:p>
      </dsp:txBody>
      <dsp:txXfrm>
        <a:off x="122886" y="308828"/>
        <a:ext cx="4929612" cy="2271556"/>
      </dsp:txXfrm>
    </dsp:sp>
    <dsp:sp modelId="{36EC899E-86D2-4737-818C-E6CE0362A72A}">
      <dsp:nvSpPr>
        <dsp:cNvPr id="0" name=""/>
        <dsp:cNvSpPr/>
      </dsp:nvSpPr>
      <dsp:spPr>
        <a:xfrm>
          <a:off x="0" y="2832870"/>
          <a:ext cx="5175384" cy="25173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It’s about designing intelligent quality systems.</a:t>
          </a:r>
        </a:p>
      </dsp:txBody>
      <dsp:txXfrm>
        <a:off x="122886" y="2955756"/>
        <a:ext cx="4929612" cy="227155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1C73D-3D47-4F6C-B36E-FB8DEFB41B79}">
      <dsp:nvSpPr>
        <dsp:cNvPr id="0" name=""/>
        <dsp:cNvSpPr/>
      </dsp:nvSpPr>
      <dsp:spPr>
        <a:xfrm>
          <a:off x="0" y="13800"/>
          <a:ext cx="5175384" cy="26851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Like, Share &amp; Subscribe</a:t>
          </a:r>
        </a:p>
      </dsp:txBody>
      <dsp:txXfrm>
        <a:off x="131078" y="144878"/>
        <a:ext cx="4913228" cy="2422993"/>
      </dsp:txXfrm>
    </dsp:sp>
    <dsp:sp modelId="{E6E879F0-AA50-4BC5-98B6-3FF865293D37}">
      <dsp:nvSpPr>
        <dsp:cNvPr id="0" name=""/>
        <dsp:cNvSpPr/>
      </dsp:nvSpPr>
      <dsp:spPr>
        <a:xfrm>
          <a:off x="0" y="2837190"/>
          <a:ext cx="5175384" cy="26851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Comment your thoughts on AI in QA</a:t>
          </a:r>
        </a:p>
      </dsp:txBody>
      <dsp:txXfrm>
        <a:off x="131078" y="2968268"/>
        <a:ext cx="4913228" cy="2422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bot hands and technology">
            <a:extLst>
              <a:ext uri="{FF2B5EF4-FFF2-40B4-BE49-F238E27FC236}">
                <a16:creationId xmlns:a16="http://schemas.microsoft.com/office/drawing/2014/main" id="{39270D2E-2AFA-90CA-5DDC-883FD9272D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" r="1" b="1"/>
          <a:stretch>
            <a:fillRect/>
          </a:stretch>
        </p:blipFill>
        <p:spPr>
          <a:xfrm>
            <a:off x="7814" y="-14682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38" y="34587"/>
            <a:ext cx="5773706" cy="283927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Future of QA in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1886" y="4784271"/>
            <a:ext cx="4514849" cy="1272931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rgbClr val="FFFF00"/>
                </a:solidFill>
                <a:latin typeface="Abadi" panose="020F0502020204030204" pitchFamily="34" charset="0"/>
                <a:cs typeface="Aharoni" panose="020F0502020204030204" pitchFamily="2" charset="-79"/>
              </a:rPr>
              <a:t>AI, Agents &amp; the Evolution of Quality Assurance</a:t>
            </a:r>
          </a:p>
          <a:p>
            <a:pPr algn="l"/>
            <a:r>
              <a:rPr lang="en-US" sz="2400" dirty="0">
                <a:solidFill>
                  <a:srgbClr val="FFFF00"/>
                </a:solidFill>
                <a:latin typeface="Abadi" panose="020F0502020204030204" pitchFamily="34" charset="0"/>
                <a:cs typeface="Aharoni" panose="020F0502020204030204" pitchFamily="2" charset="-79"/>
              </a:rPr>
              <a:t>By: Viplove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DCFC36-5898-E1F8-6E4D-21B24D7F7E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3021" t="9091" r="2455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QA Till Today (2025)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E2E822-14DD-3D7E-8B05-10C3348AE9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24665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Challenges with Traditional QA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31318E-DECC-36CC-AD18-FF516016A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6" r="32069" b="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B623A-3750-1340-6B76-E95E24951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51276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AI Revolution in QA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973173-6C20-73DB-C32E-4755197E4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6804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QA Landscape in 2026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2E0A92-9A03-50A5-F68F-48E92CD61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5025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Core Skills for QA in 2026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C63148-D6E2-5BAF-C885-F0179E025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89259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Agentic QA Workflows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C2DC4-56BF-9470-901D-D67A45E64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26761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Tooling Evolution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0CE41E-6665-4FAA-18DC-34901274D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4085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What QA Will Do in 2026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0EDFD3-A357-10C5-5BCC-495A6C6D8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43593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Why AI Won’t Replace QA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25E119-C2C9-896E-AEFC-561F40198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598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QA Workflow in 2026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1CEEF9-7E56-B256-3B26-9CA1880AB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54170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Skills Roadmap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9CE8E1-7BD4-FA8D-0F71-69855D61F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9998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Benefits of AI-Driven QA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699FCA-552D-706B-FFEC-3D782261F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48472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Final Thought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6E7B1B-DE87-72FD-F2A4-6F9A1E22D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4398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Call To Action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3907C6-EA67-D3ED-75FE-7E76F06FF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49424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289</Words>
  <Application>Microsoft Office PowerPoint</Application>
  <PresentationFormat>On-screen Show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Abadi</vt:lpstr>
      <vt:lpstr>ADLaM Display</vt:lpstr>
      <vt:lpstr>Arial</vt:lpstr>
      <vt:lpstr>Calibri</vt:lpstr>
      <vt:lpstr>Office Theme</vt:lpstr>
      <vt:lpstr>The Future of QA in 2026</vt:lpstr>
      <vt:lpstr>QA Till Today (2025)</vt:lpstr>
      <vt:lpstr>Challenges with Traditional QA</vt:lpstr>
      <vt:lpstr>AI Revolution in QA</vt:lpstr>
      <vt:lpstr>QA Landscape in 2026</vt:lpstr>
      <vt:lpstr>Core Skills for QA in 2026</vt:lpstr>
      <vt:lpstr>Agentic QA Workflows</vt:lpstr>
      <vt:lpstr>Tooling Evolution</vt:lpstr>
      <vt:lpstr>What QA Will Do in 2026</vt:lpstr>
      <vt:lpstr>Why AI Won’t Replace QA</vt:lpstr>
      <vt:lpstr>QA Workflow in 2026</vt:lpstr>
      <vt:lpstr>Skills Roadmap</vt:lpstr>
      <vt:lpstr>Benefits of AI-Driven QA</vt:lpstr>
      <vt:lpstr>Final Thought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Viplove Bisen</cp:lastModifiedBy>
  <cp:revision>3</cp:revision>
  <dcterms:created xsi:type="dcterms:W3CDTF">2013-01-27T09:14:16Z</dcterms:created>
  <dcterms:modified xsi:type="dcterms:W3CDTF">2026-01-11T10:46:31Z</dcterms:modified>
  <cp:category/>
</cp:coreProperties>
</file>